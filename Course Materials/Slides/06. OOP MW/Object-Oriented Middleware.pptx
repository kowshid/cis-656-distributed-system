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5"/>
  </p:notesMasterIdLst>
  <p:sldIdLst>
    <p:sldId id="256" r:id="rId2"/>
    <p:sldId id="561" r:id="rId3"/>
    <p:sldId id="559" r:id="rId4"/>
    <p:sldId id="570" r:id="rId5"/>
    <p:sldId id="572" r:id="rId6"/>
    <p:sldId id="573" r:id="rId7"/>
    <p:sldId id="574" r:id="rId8"/>
    <p:sldId id="571" r:id="rId9"/>
    <p:sldId id="260" r:id="rId10"/>
    <p:sldId id="301" r:id="rId11"/>
    <p:sldId id="313" r:id="rId12"/>
    <p:sldId id="332" r:id="rId13"/>
    <p:sldId id="564" r:id="rId14"/>
    <p:sldId id="545" r:id="rId15"/>
    <p:sldId id="565" r:id="rId16"/>
    <p:sldId id="567" r:id="rId17"/>
    <p:sldId id="568" r:id="rId18"/>
    <p:sldId id="569" r:id="rId19"/>
    <p:sldId id="575" r:id="rId20"/>
    <p:sldId id="554" r:id="rId21"/>
    <p:sldId id="267" r:id="rId22"/>
    <p:sldId id="314" r:id="rId23"/>
    <p:sldId id="549" r:id="rId24"/>
    <p:sldId id="555" r:id="rId25"/>
    <p:sldId id="556" r:id="rId26"/>
    <p:sldId id="283" r:id="rId27"/>
    <p:sldId id="576" r:id="rId28"/>
    <p:sldId id="257" r:id="rId29"/>
    <p:sldId id="258" r:id="rId30"/>
    <p:sldId id="259" r:id="rId31"/>
    <p:sldId id="263" r:id="rId32"/>
    <p:sldId id="261" r:id="rId33"/>
    <p:sldId id="264" r:id="rId34"/>
    <p:sldId id="265" r:id="rId35"/>
    <p:sldId id="266" r:id="rId36"/>
    <p:sldId id="578" r:id="rId37"/>
    <p:sldId id="269" r:id="rId38"/>
    <p:sldId id="270" r:id="rId39"/>
    <p:sldId id="271" r:id="rId40"/>
    <p:sldId id="272" r:id="rId41"/>
    <p:sldId id="579" r:id="rId42"/>
    <p:sldId id="580" r:id="rId43"/>
    <p:sldId id="262" r:id="rId4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449" autoAdjust="0"/>
    <p:restoredTop sz="82374" autoAdjust="0"/>
  </p:normalViewPr>
  <p:slideViewPr>
    <p:cSldViewPr snapToGrid="0">
      <p:cViewPr varScale="1">
        <p:scale>
          <a:sx n="92" d="100"/>
          <a:sy n="92" d="100"/>
        </p:scale>
        <p:origin x="2454"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13E546-F409-494B-81B5-0DD664C872D7}" type="datetimeFigureOut">
              <a:rPr lang="en-US" smtClean="0"/>
              <a:t>9/20/2025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697E42F-F9F8-49EE-8F48-3EE3A9D36319}" type="slidenum">
              <a:rPr lang="en-US" smtClean="0"/>
              <a:t>‹#›</a:t>
            </a:fld>
            <a:endParaRPr lang="en-US"/>
          </a:p>
        </p:txBody>
      </p:sp>
    </p:spTree>
    <p:extLst>
      <p:ext uri="{BB962C8B-B14F-4D97-AF65-F5344CB8AC3E}">
        <p14:creationId xmlns:p14="http://schemas.microsoft.com/office/powerpoint/2010/main" val="13712678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Slide Image Placeholder 1">
            <a:extLst>
              <a:ext uri="{FF2B5EF4-FFF2-40B4-BE49-F238E27FC236}">
                <a16:creationId xmlns:a16="http://schemas.microsoft.com/office/drawing/2014/main" id="{AD196DA5-0D6E-4F90-88DB-BB3AF4F68BA2}"/>
              </a:ext>
            </a:extLst>
          </p:cNvPr>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a:extLst>
              <a:ext uri="{FF2B5EF4-FFF2-40B4-BE49-F238E27FC236}">
                <a16:creationId xmlns:a16="http://schemas.microsoft.com/office/drawing/2014/main" id="{AC85BB01-2CB0-4561-894A-C8521C47A053}"/>
              </a:ext>
            </a:extLst>
          </p:cNvPr>
          <p:cNvSpPr>
            <a:spLocks noGrp="1"/>
          </p:cNvSpPr>
          <p:nvPr>
            <p:ph type="body" idx="1"/>
          </p:nvPr>
        </p:nvSpPr>
        <p:spPr/>
        <p:txBody>
          <a:bodyPr wrap="square" numCol="1" anchor="t" anchorCtr="0" compatLnSpc="1">
            <a:prstTxWarp prst="textNoShape">
              <a:avLst/>
            </a:prstTxWarp>
          </a:bodyPr>
          <a:lstStyle/>
          <a:p>
            <a:r>
              <a:rPr lang="en-US" altLang="en-US" dirty="0"/>
              <a:t>The big difference here is that in OO middleware we have to deal with the problem of initially getting a reference to the remote object that we are going to call. </a:t>
            </a:r>
          </a:p>
          <a:p>
            <a:endParaRPr lang="en-US" altLang="en-US" dirty="0"/>
          </a:p>
        </p:txBody>
      </p:sp>
      <p:sp>
        <p:nvSpPr>
          <p:cNvPr id="39939" name="Slide Number Placeholder 3">
            <a:extLst>
              <a:ext uri="{FF2B5EF4-FFF2-40B4-BE49-F238E27FC236}">
                <a16:creationId xmlns:a16="http://schemas.microsoft.com/office/drawing/2014/main" id="{10397ABE-08A2-4D17-B1F7-DA73EF08602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fld id="{D1D9CE87-F281-42A8-A8D3-E4EB33658916}" type="slidenum">
              <a:rPr lang="en-US" altLang="en-US" sz="1200"/>
              <a:pPr eaLnBrk="1" hangingPunct="1"/>
              <a:t>2</a:t>
            </a:fld>
            <a:endParaRPr lang="en-US" altLang="en-US" sz="1200"/>
          </a:p>
        </p:txBody>
      </p:sp>
    </p:spTree>
    <p:extLst>
      <p:ext uri="{BB962C8B-B14F-4D97-AF65-F5344CB8AC3E}">
        <p14:creationId xmlns:p14="http://schemas.microsoft.com/office/powerpoint/2010/main" val="20810288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Slide Image Placeholder 1">
            <a:extLst>
              <a:ext uri="{FF2B5EF4-FFF2-40B4-BE49-F238E27FC236}">
                <a16:creationId xmlns:a16="http://schemas.microsoft.com/office/drawing/2014/main" id="{1B9ACAB8-1C4F-41B2-B965-DABD31599B6A}"/>
              </a:ext>
            </a:extLst>
          </p:cNvPr>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a:extLst>
              <a:ext uri="{FF2B5EF4-FFF2-40B4-BE49-F238E27FC236}">
                <a16:creationId xmlns:a16="http://schemas.microsoft.com/office/drawing/2014/main" id="{EE7336BA-D3C8-4AF3-BE46-D21CC266B9BE}"/>
              </a:ext>
            </a:extLst>
          </p:cNvPr>
          <p:cNvSpPr>
            <a:spLocks noGrp="1"/>
          </p:cNvSpPr>
          <p:nvPr>
            <p:ph type="body" idx="1"/>
          </p:nvPr>
        </p:nvSpPr>
        <p:spPr/>
        <p:txBody>
          <a:bodyPr wrap="square" numCol="1" anchor="t" anchorCtr="0" compatLnSpc="1">
            <a:prstTxWarp prst="textNoShape">
              <a:avLst/>
            </a:prstTxWarp>
          </a:bodyPr>
          <a:lstStyle/>
          <a:p>
            <a:pPr eaLnBrk="1" hangingPunct="1"/>
            <a:endParaRPr lang="en-US" altLang="en-US" dirty="0"/>
          </a:p>
        </p:txBody>
      </p:sp>
      <p:sp>
        <p:nvSpPr>
          <p:cNvPr id="41987" name="Slide Number Placeholder 3">
            <a:extLst>
              <a:ext uri="{FF2B5EF4-FFF2-40B4-BE49-F238E27FC236}">
                <a16:creationId xmlns:a16="http://schemas.microsoft.com/office/drawing/2014/main" id="{2A6BDF4F-74FD-49E5-B120-344AC61D61B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fld id="{50B4247C-C074-455E-A010-7471E3C68F86}" type="slidenum">
              <a:rPr lang="en-US" altLang="en-US" sz="1200"/>
              <a:pPr eaLnBrk="1" hangingPunct="1"/>
              <a:t>3</a:t>
            </a:fld>
            <a:endParaRPr lang="en-US" altLang="en-US" sz="1200"/>
          </a:p>
        </p:txBody>
      </p:sp>
    </p:spTree>
    <p:extLst>
      <p:ext uri="{BB962C8B-B14F-4D97-AF65-F5344CB8AC3E}">
        <p14:creationId xmlns:p14="http://schemas.microsoft.com/office/powerpoint/2010/main" val="14633066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5">
            <a:extLst>
              <a:ext uri="{FF2B5EF4-FFF2-40B4-BE49-F238E27FC236}">
                <a16:creationId xmlns:a16="http://schemas.microsoft.com/office/drawing/2014/main" id="{89B7A3F7-515C-46EF-9A14-8DFE67EC395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79488">
              <a:defRPr sz="1400">
                <a:solidFill>
                  <a:schemeClr val="accent2"/>
                </a:solidFill>
                <a:latin typeface="Helvetica" panose="020B0604020202020204" pitchFamily="34" charset="0"/>
                <a:ea typeface="MS PGothic" panose="020B0600070205080204" pitchFamily="34" charset="-128"/>
              </a:defRPr>
            </a:lvl1pPr>
            <a:lvl2pPr marL="742950" indent="-285750" defTabSz="979488">
              <a:defRPr sz="1400">
                <a:solidFill>
                  <a:schemeClr val="accent2"/>
                </a:solidFill>
                <a:latin typeface="Helvetica" panose="020B0604020202020204" pitchFamily="34" charset="0"/>
                <a:ea typeface="MS PGothic" panose="020B0600070205080204" pitchFamily="34" charset="-128"/>
              </a:defRPr>
            </a:lvl2pPr>
            <a:lvl3pPr marL="1143000" indent="-228600" defTabSz="979488">
              <a:defRPr sz="1400">
                <a:solidFill>
                  <a:schemeClr val="accent2"/>
                </a:solidFill>
                <a:latin typeface="Helvetica" panose="020B0604020202020204" pitchFamily="34" charset="0"/>
                <a:ea typeface="MS PGothic" panose="020B0600070205080204" pitchFamily="34" charset="-128"/>
              </a:defRPr>
            </a:lvl3pPr>
            <a:lvl4pPr marL="1600200" indent="-228600" defTabSz="979488">
              <a:defRPr sz="1400">
                <a:solidFill>
                  <a:schemeClr val="accent2"/>
                </a:solidFill>
                <a:latin typeface="Helvetica" panose="020B0604020202020204" pitchFamily="34" charset="0"/>
                <a:ea typeface="MS PGothic" panose="020B0600070205080204" pitchFamily="34" charset="-128"/>
              </a:defRPr>
            </a:lvl4pPr>
            <a:lvl5pPr marL="2057400" indent="-228600" defTabSz="979488">
              <a:defRPr sz="1400">
                <a:solidFill>
                  <a:schemeClr val="accent2"/>
                </a:solidFill>
                <a:latin typeface="Helvetica" panose="020B0604020202020204" pitchFamily="34" charset="0"/>
                <a:ea typeface="MS PGothic" panose="020B0600070205080204" pitchFamily="34" charset="-128"/>
              </a:defRPr>
            </a:lvl5pPr>
            <a:lvl6pPr marL="2514600" indent="-228600" defTabSz="979488"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6pPr>
            <a:lvl7pPr marL="2971800" indent="-228600" defTabSz="979488"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7pPr>
            <a:lvl8pPr marL="3429000" indent="-228600" defTabSz="979488"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8pPr>
            <a:lvl9pPr marL="3886200" indent="-228600" defTabSz="979488"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9pPr>
          </a:lstStyle>
          <a:p>
            <a:fld id="{52D3E0AB-604F-4066-9277-1E906FEFA265}" type="slidenum">
              <a:rPr lang="en-US" altLang="en-US" sz="1000">
                <a:solidFill>
                  <a:schemeClr val="tx1"/>
                </a:solidFill>
                <a:latin typeface="Times New Roman" panose="02020603050405020304" pitchFamily="18" charset="0"/>
              </a:rPr>
              <a:pPr/>
              <a:t>5</a:t>
            </a:fld>
            <a:endParaRPr lang="en-US" altLang="en-US" sz="1000">
              <a:solidFill>
                <a:schemeClr val="tx1"/>
              </a:solidFill>
              <a:latin typeface="Times New Roman" panose="02020603050405020304" pitchFamily="18" charset="0"/>
            </a:endParaRPr>
          </a:p>
        </p:txBody>
      </p:sp>
      <p:sp>
        <p:nvSpPr>
          <p:cNvPr id="14338" name="Rectangle 2">
            <a:extLst>
              <a:ext uri="{FF2B5EF4-FFF2-40B4-BE49-F238E27FC236}">
                <a16:creationId xmlns:a16="http://schemas.microsoft.com/office/drawing/2014/main" id="{136B2A76-5E21-4CB6-AC72-00CF93A855E0}"/>
              </a:ext>
            </a:extLst>
          </p:cNvPr>
          <p:cNvSpPr>
            <a:spLocks noGrp="1" noRot="1" noChangeAspect="1" noChangeArrowheads="1" noTextEdit="1"/>
          </p:cNvSpPr>
          <p:nvPr>
            <p:ph type="sldImg"/>
          </p:nvPr>
        </p:nvSpPr>
        <p:spPr/>
      </p:sp>
      <p:sp>
        <p:nvSpPr>
          <p:cNvPr id="14339" name="Rectangle 3">
            <a:extLst>
              <a:ext uri="{FF2B5EF4-FFF2-40B4-BE49-F238E27FC236}">
                <a16:creationId xmlns:a16="http://schemas.microsoft.com/office/drawing/2014/main" id="{3F7A6B1F-BB14-47C7-8BF0-3B2BA75E1C57}"/>
              </a:ext>
            </a:extLst>
          </p:cNvPr>
          <p:cNvSpPr>
            <a:spLocks noGrp="1" noChangeArrowheads="1"/>
          </p:cNvSpPr>
          <p:nvPr>
            <p:ph type="body" idx="1"/>
          </p:nvPr>
        </p:nvSpPr>
        <p:spPr bwMode="auto">
          <a:xfrm>
            <a:off x="731838" y="4560888"/>
            <a:ext cx="5851525" cy="4319587"/>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838" tIns="47919" rIns="95838" bIns="47919"/>
          <a:lstStyle/>
          <a:p>
            <a:endParaRPr lang="en-US" altLang="en-US">
              <a:latin typeface="Arial" panose="020B0604020202020204" pitchFamily="34" charset="0"/>
            </a:endParaRPr>
          </a:p>
        </p:txBody>
      </p:sp>
    </p:spTree>
    <p:extLst>
      <p:ext uri="{BB962C8B-B14F-4D97-AF65-F5344CB8AC3E}">
        <p14:creationId xmlns:p14="http://schemas.microsoft.com/office/powerpoint/2010/main" val="21307416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5">
            <a:extLst>
              <a:ext uri="{FF2B5EF4-FFF2-40B4-BE49-F238E27FC236}">
                <a16:creationId xmlns:a16="http://schemas.microsoft.com/office/drawing/2014/main" id="{93A84BF2-0C0C-4E6D-B5A8-E9365599380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79488">
              <a:defRPr sz="1400">
                <a:solidFill>
                  <a:schemeClr val="accent2"/>
                </a:solidFill>
                <a:latin typeface="Helvetica" panose="020B0604020202020204" pitchFamily="34" charset="0"/>
                <a:ea typeface="MS PGothic" panose="020B0600070205080204" pitchFamily="34" charset="-128"/>
              </a:defRPr>
            </a:lvl1pPr>
            <a:lvl2pPr marL="742950" indent="-285750" defTabSz="979488">
              <a:defRPr sz="1400">
                <a:solidFill>
                  <a:schemeClr val="accent2"/>
                </a:solidFill>
                <a:latin typeface="Helvetica" panose="020B0604020202020204" pitchFamily="34" charset="0"/>
                <a:ea typeface="MS PGothic" panose="020B0600070205080204" pitchFamily="34" charset="-128"/>
              </a:defRPr>
            </a:lvl2pPr>
            <a:lvl3pPr marL="1143000" indent="-228600" defTabSz="979488">
              <a:defRPr sz="1400">
                <a:solidFill>
                  <a:schemeClr val="accent2"/>
                </a:solidFill>
                <a:latin typeface="Helvetica" panose="020B0604020202020204" pitchFamily="34" charset="0"/>
                <a:ea typeface="MS PGothic" panose="020B0600070205080204" pitchFamily="34" charset="-128"/>
              </a:defRPr>
            </a:lvl3pPr>
            <a:lvl4pPr marL="1600200" indent="-228600" defTabSz="979488">
              <a:defRPr sz="1400">
                <a:solidFill>
                  <a:schemeClr val="accent2"/>
                </a:solidFill>
                <a:latin typeface="Helvetica" panose="020B0604020202020204" pitchFamily="34" charset="0"/>
                <a:ea typeface="MS PGothic" panose="020B0600070205080204" pitchFamily="34" charset="-128"/>
              </a:defRPr>
            </a:lvl4pPr>
            <a:lvl5pPr marL="2057400" indent="-228600" defTabSz="979488">
              <a:defRPr sz="1400">
                <a:solidFill>
                  <a:schemeClr val="accent2"/>
                </a:solidFill>
                <a:latin typeface="Helvetica" panose="020B0604020202020204" pitchFamily="34" charset="0"/>
                <a:ea typeface="MS PGothic" panose="020B0600070205080204" pitchFamily="34" charset="-128"/>
              </a:defRPr>
            </a:lvl5pPr>
            <a:lvl6pPr marL="2514600" indent="-228600" defTabSz="979488"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6pPr>
            <a:lvl7pPr marL="2971800" indent="-228600" defTabSz="979488"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7pPr>
            <a:lvl8pPr marL="3429000" indent="-228600" defTabSz="979488"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8pPr>
            <a:lvl9pPr marL="3886200" indent="-228600" defTabSz="979488"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9pPr>
          </a:lstStyle>
          <a:p>
            <a:fld id="{CB63FD94-1E62-4F74-8BAD-CCA7517B023B}" type="slidenum">
              <a:rPr lang="en-US" altLang="en-US" sz="1000">
                <a:solidFill>
                  <a:schemeClr val="tx1"/>
                </a:solidFill>
                <a:latin typeface="Times New Roman" panose="02020603050405020304" pitchFamily="18" charset="0"/>
              </a:rPr>
              <a:pPr/>
              <a:t>6</a:t>
            </a:fld>
            <a:endParaRPr lang="en-US" altLang="en-US" sz="1000">
              <a:solidFill>
                <a:schemeClr val="tx1"/>
              </a:solidFill>
              <a:latin typeface="Times New Roman" panose="02020603050405020304" pitchFamily="18" charset="0"/>
            </a:endParaRPr>
          </a:p>
        </p:txBody>
      </p:sp>
      <p:sp>
        <p:nvSpPr>
          <p:cNvPr id="16386" name="Rectangle 2">
            <a:extLst>
              <a:ext uri="{FF2B5EF4-FFF2-40B4-BE49-F238E27FC236}">
                <a16:creationId xmlns:a16="http://schemas.microsoft.com/office/drawing/2014/main" id="{746671FB-47F1-4DA4-9D03-7E3428C88F2A}"/>
              </a:ext>
            </a:extLst>
          </p:cNvPr>
          <p:cNvSpPr>
            <a:spLocks noGrp="1" noRot="1" noChangeAspect="1" noChangeArrowheads="1" noTextEdit="1"/>
          </p:cNvSpPr>
          <p:nvPr>
            <p:ph type="sldImg"/>
          </p:nvPr>
        </p:nvSpPr>
        <p:spPr/>
      </p:sp>
      <p:sp>
        <p:nvSpPr>
          <p:cNvPr id="16387" name="Rectangle 3">
            <a:extLst>
              <a:ext uri="{FF2B5EF4-FFF2-40B4-BE49-F238E27FC236}">
                <a16:creationId xmlns:a16="http://schemas.microsoft.com/office/drawing/2014/main" id="{E10522BC-8FEB-403F-A2C9-6DDA9B04CE2C}"/>
              </a:ext>
            </a:extLst>
          </p:cNvPr>
          <p:cNvSpPr>
            <a:spLocks noGrp="1" noChangeArrowheads="1"/>
          </p:cNvSpPr>
          <p:nvPr>
            <p:ph type="body" idx="1"/>
          </p:nvPr>
        </p:nvSpPr>
        <p:spPr bwMode="auto">
          <a:xfrm>
            <a:off x="731838" y="4560888"/>
            <a:ext cx="5851525" cy="4319587"/>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838" tIns="47919" rIns="95838" bIns="47919"/>
          <a:lstStyle/>
          <a:p>
            <a:endParaRPr lang="en-US" altLang="en-US">
              <a:latin typeface="Arial" panose="020B0604020202020204" pitchFamily="34" charset="0"/>
            </a:endParaRPr>
          </a:p>
        </p:txBody>
      </p:sp>
    </p:spTree>
    <p:extLst>
      <p:ext uri="{BB962C8B-B14F-4D97-AF65-F5344CB8AC3E}">
        <p14:creationId xmlns:p14="http://schemas.microsoft.com/office/powerpoint/2010/main" val="17166701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5">
            <a:extLst>
              <a:ext uri="{FF2B5EF4-FFF2-40B4-BE49-F238E27FC236}">
                <a16:creationId xmlns:a16="http://schemas.microsoft.com/office/drawing/2014/main" id="{6931777B-4729-47F6-A462-9B2BEAF53AE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79488">
              <a:defRPr sz="1400">
                <a:solidFill>
                  <a:schemeClr val="accent2"/>
                </a:solidFill>
                <a:latin typeface="Helvetica" panose="020B0604020202020204" pitchFamily="34" charset="0"/>
                <a:ea typeface="MS PGothic" panose="020B0600070205080204" pitchFamily="34" charset="-128"/>
              </a:defRPr>
            </a:lvl1pPr>
            <a:lvl2pPr marL="742950" indent="-285750" defTabSz="979488">
              <a:defRPr sz="1400">
                <a:solidFill>
                  <a:schemeClr val="accent2"/>
                </a:solidFill>
                <a:latin typeface="Helvetica" panose="020B0604020202020204" pitchFamily="34" charset="0"/>
                <a:ea typeface="MS PGothic" panose="020B0600070205080204" pitchFamily="34" charset="-128"/>
              </a:defRPr>
            </a:lvl2pPr>
            <a:lvl3pPr marL="1143000" indent="-228600" defTabSz="979488">
              <a:defRPr sz="1400">
                <a:solidFill>
                  <a:schemeClr val="accent2"/>
                </a:solidFill>
                <a:latin typeface="Helvetica" panose="020B0604020202020204" pitchFamily="34" charset="0"/>
                <a:ea typeface="MS PGothic" panose="020B0600070205080204" pitchFamily="34" charset="-128"/>
              </a:defRPr>
            </a:lvl3pPr>
            <a:lvl4pPr marL="1600200" indent="-228600" defTabSz="979488">
              <a:defRPr sz="1400">
                <a:solidFill>
                  <a:schemeClr val="accent2"/>
                </a:solidFill>
                <a:latin typeface="Helvetica" panose="020B0604020202020204" pitchFamily="34" charset="0"/>
                <a:ea typeface="MS PGothic" panose="020B0600070205080204" pitchFamily="34" charset="-128"/>
              </a:defRPr>
            </a:lvl4pPr>
            <a:lvl5pPr marL="2057400" indent="-228600" defTabSz="979488">
              <a:defRPr sz="1400">
                <a:solidFill>
                  <a:schemeClr val="accent2"/>
                </a:solidFill>
                <a:latin typeface="Helvetica" panose="020B0604020202020204" pitchFamily="34" charset="0"/>
                <a:ea typeface="MS PGothic" panose="020B0600070205080204" pitchFamily="34" charset="-128"/>
              </a:defRPr>
            </a:lvl5pPr>
            <a:lvl6pPr marL="2514600" indent="-228600" defTabSz="979488"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6pPr>
            <a:lvl7pPr marL="2971800" indent="-228600" defTabSz="979488"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7pPr>
            <a:lvl8pPr marL="3429000" indent="-228600" defTabSz="979488"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8pPr>
            <a:lvl9pPr marL="3886200" indent="-228600" defTabSz="979488"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9pPr>
          </a:lstStyle>
          <a:p>
            <a:fld id="{35D558FD-7CED-499A-AD0E-5A41BC8A583E}" type="slidenum">
              <a:rPr lang="en-US" altLang="en-US" sz="1000">
                <a:solidFill>
                  <a:schemeClr val="tx1"/>
                </a:solidFill>
                <a:latin typeface="Times New Roman" panose="02020603050405020304" pitchFamily="18" charset="0"/>
              </a:rPr>
              <a:pPr/>
              <a:t>7</a:t>
            </a:fld>
            <a:endParaRPr lang="en-US" altLang="en-US" sz="1000">
              <a:solidFill>
                <a:schemeClr val="tx1"/>
              </a:solidFill>
              <a:latin typeface="Times New Roman" panose="02020603050405020304" pitchFamily="18" charset="0"/>
            </a:endParaRPr>
          </a:p>
        </p:txBody>
      </p:sp>
      <p:sp>
        <p:nvSpPr>
          <p:cNvPr id="18434" name="Rectangle 2">
            <a:extLst>
              <a:ext uri="{FF2B5EF4-FFF2-40B4-BE49-F238E27FC236}">
                <a16:creationId xmlns:a16="http://schemas.microsoft.com/office/drawing/2014/main" id="{AF9DFB65-0DC1-4F2E-91B9-867D9680EC4F}"/>
              </a:ext>
            </a:extLst>
          </p:cNvPr>
          <p:cNvSpPr>
            <a:spLocks noGrp="1" noRot="1" noChangeAspect="1" noChangeArrowheads="1" noTextEdit="1"/>
          </p:cNvSpPr>
          <p:nvPr>
            <p:ph type="sldImg"/>
          </p:nvPr>
        </p:nvSpPr>
        <p:spPr/>
      </p:sp>
      <p:sp>
        <p:nvSpPr>
          <p:cNvPr id="18435" name="Rectangle 3">
            <a:extLst>
              <a:ext uri="{FF2B5EF4-FFF2-40B4-BE49-F238E27FC236}">
                <a16:creationId xmlns:a16="http://schemas.microsoft.com/office/drawing/2014/main" id="{0F043DBE-569F-4C51-B33B-E523EC12B6FB}"/>
              </a:ext>
            </a:extLst>
          </p:cNvPr>
          <p:cNvSpPr>
            <a:spLocks noGrp="1" noChangeArrowheads="1"/>
          </p:cNvSpPr>
          <p:nvPr>
            <p:ph type="body" idx="1"/>
          </p:nvPr>
        </p:nvSpPr>
        <p:spPr bwMode="auto">
          <a:xfrm>
            <a:off x="731838" y="4560888"/>
            <a:ext cx="5851525" cy="4319587"/>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5838" tIns="47919" rIns="95838" bIns="47919"/>
          <a:lstStyle/>
          <a:p>
            <a:endParaRPr lang="en-US" altLang="en-US">
              <a:latin typeface="Arial" panose="020B0604020202020204" pitchFamily="34" charset="0"/>
            </a:endParaRPr>
          </a:p>
        </p:txBody>
      </p:sp>
    </p:spTree>
    <p:extLst>
      <p:ext uri="{BB962C8B-B14F-4D97-AF65-F5344CB8AC3E}">
        <p14:creationId xmlns:p14="http://schemas.microsoft.com/office/powerpoint/2010/main" val="2314644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a:extLst>
              <a:ext uri="{FF2B5EF4-FFF2-40B4-BE49-F238E27FC236}">
                <a16:creationId xmlns:a16="http://schemas.microsoft.com/office/drawing/2014/main" id="{ACACBE14-A355-49DB-AC36-7DF24D29400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eaLnBrk="0" hangingPunct="0">
              <a:defRPr sz="2400">
                <a:solidFill>
                  <a:srgbClr val="003399"/>
                </a:solidFill>
                <a:latin typeface="Tahoma" panose="020B0604030504040204" pitchFamily="34" charset="0"/>
              </a:defRPr>
            </a:lvl1pPr>
            <a:lvl2pPr marL="742950" indent="-285750" defTabSz="903288" eaLnBrk="0" hangingPunct="0">
              <a:defRPr sz="2400">
                <a:solidFill>
                  <a:srgbClr val="003399"/>
                </a:solidFill>
                <a:latin typeface="Tahoma" panose="020B0604030504040204" pitchFamily="34" charset="0"/>
              </a:defRPr>
            </a:lvl2pPr>
            <a:lvl3pPr marL="1143000" indent="-228600" defTabSz="903288" eaLnBrk="0" hangingPunct="0">
              <a:defRPr sz="2400">
                <a:solidFill>
                  <a:srgbClr val="003399"/>
                </a:solidFill>
                <a:latin typeface="Tahoma" panose="020B0604030504040204" pitchFamily="34" charset="0"/>
              </a:defRPr>
            </a:lvl3pPr>
            <a:lvl4pPr marL="1600200" indent="-228600" defTabSz="903288" eaLnBrk="0" hangingPunct="0">
              <a:defRPr sz="2400">
                <a:solidFill>
                  <a:srgbClr val="003399"/>
                </a:solidFill>
                <a:latin typeface="Tahoma" panose="020B0604030504040204" pitchFamily="34" charset="0"/>
              </a:defRPr>
            </a:lvl4pPr>
            <a:lvl5pPr marL="2057400" indent="-228600" defTabSz="903288" eaLnBrk="0" hangingPunct="0">
              <a:defRPr sz="2400">
                <a:solidFill>
                  <a:srgbClr val="003399"/>
                </a:solidFill>
                <a:latin typeface="Tahoma" panose="020B0604030504040204" pitchFamily="34" charset="0"/>
              </a:defRPr>
            </a:lvl5pPr>
            <a:lvl6pPr marL="2514600" indent="-228600" defTabSz="903288" eaLnBrk="0" fontAlgn="base" hangingPunct="0">
              <a:spcBef>
                <a:spcPct val="20000"/>
              </a:spcBef>
              <a:spcAft>
                <a:spcPct val="0"/>
              </a:spcAft>
              <a:defRPr sz="2400">
                <a:solidFill>
                  <a:srgbClr val="003399"/>
                </a:solidFill>
                <a:latin typeface="Tahoma" panose="020B0604030504040204" pitchFamily="34" charset="0"/>
              </a:defRPr>
            </a:lvl6pPr>
            <a:lvl7pPr marL="2971800" indent="-228600" defTabSz="903288" eaLnBrk="0" fontAlgn="base" hangingPunct="0">
              <a:spcBef>
                <a:spcPct val="20000"/>
              </a:spcBef>
              <a:spcAft>
                <a:spcPct val="0"/>
              </a:spcAft>
              <a:defRPr sz="2400">
                <a:solidFill>
                  <a:srgbClr val="003399"/>
                </a:solidFill>
                <a:latin typeface="Tahoma" panose="020B0604030504040204" pitchFamily="34" charset="0"/>
              </a:defRPr>
            </a:lvl7pPr>
            <a:lvl8pPr marL="3429000" indent="-228600" defTabSz="903288" eaLnBrk="0" fontAlgn="base" hangingPunct="0">
              <a:spcBef>
                <a:spcPct val="20000"/>
              </a:spcBef>
              <a:spcAft>
                <a:spcPct val="0"/>
              </a:spcAft>
              <a:defRPr sz="2400">
                <a:solidFill>
                  <a:srgbClr val="003399"/>
                </a:solidFill>
                <a:latin typeface="Tahoma" panose="020B0604030504040204" pitchFamily="34" charset="0"/>
              </a:defRPr>
            </a:lvl8pPr>
            <a:lvl9pPr marL="3886200" indent="-228600" defTabSz="903288" eaLnBrk="0" fontAlgn="base" hangingPunct="0">
              <a:spcBef>
                <a:spcPct val="20000"/>
              </a:spcBef>
              <a:spcAft>
                <a:spcPct val="0"/>
              </a:spcAft>
              <a:defRPr sz="2400">
                <a:solidFill>
                  <a:srgbClr val="003399"/>
                </a:solidFill>
                <a:latin typeface="Tahoma" panose="020B0604030504040204" pitchFamily="34" charset="0"/>
              </a:defRPr>
            </a:lvl9pPr>
          </a:lstStyle>
          <a:p>
            <a:pPr eaLnBrk="1" hangingPunct="1"/>
            <a:fld id="{1C232DDA-9183-493D-BEE6-5AB6F506DE0D}" type="slidenum">
              <a:rPr lang="en-GB" altLang="en-US" sz="1200">
                <a:solidFill>
                  <a:schemeClr val="tx1"/>
                </a:solidFill>
                <a:latin typeface="Times New Roman" panose="02020603050405020304" pitchFamily="18" charset="0"/>
              </a:rPr>
              <a:pPr eaLnBrk="1" hangingPunct="1"/>
              <a:t>9</a:t>
            </a:fld>
            <a:endParaRPr lang="en-GB" altLang="en-US" sz="1200">
              <a:solidFill>
                <a:schemeClr val="tx1"/>
              </a:solidFill>
              <a:latin typeface="Times New Roman" panose="02020603050405020304" pitchFamily="18" charset="0"/>
            </a:endParaRPr>
          </a:p>
        </p:txBody>
      </p:sp>
      <p:sp>
        <p:nvSpPr>
          <p:cNvPr id="52227" name="Rectangle 2">
            <a:extLst>
              <a:ext uri="{FF2B5EF4-FFF2-40B4-BE49-F238E27FC236}">
                <a16:creationId xmlns:a16="http://schemas.microsoft.com/office/drawing/2014/main" id="{43F6ABA7-1954-468B-A13E-EFA5B21FF79C}"/>
              </a:ext>
            </a:extLst>
          </p:cNvPr>
          <p:cNvSpPr>
            <a:spLocks noGrp="1" noRot="1" noChangeAspect="1" noChangeArrowheads="1" noTextEdit="1"/>
          </p:cNvSpPr>
          <p:nvPr>
            <p:ph type="sldImg"/>
          </p:nvPr>
        </p:nvSpPr>
        <p:spPr>
          <a:ln/>
        </p:spPr>
      </p:sp>
      <p:sp>
        <p:nvSpPr>
          <p:cNvPr id="52228" name="Rectangle 3">
            <a:extLst>
              <a:ext uri="{FF2B5EF4-FFF2-40B4-BE49-F238E27FC236}">
                <a16:creationId xmlns:a16="http://schemas.microsoft.com/office/drawing/2014/main" id="{67AFAB0C-AA12-4F88-B18B-5CAC503E7EC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a:extLst>
              <a:ext uri="{FF2B5EF4-FFF2-40B4-BE49-F238E27FC236}">
                <a16:creationId xmlns:a16="http://schemas.microsoft.com/office/drawing/2014/main" id="{E102AD4B-3895-4243-AB9E-10EC6BFF2802}"/>
              </a:ext>
            </a:extLst>
          </p:cNvPr>
          <p:cNvSpPr>
            <a:spLocks noGrp="1" noChangeArrowheads="1"/>
          </p:cNvSpPr>
          <p:nvPr>
            <p:ph type="hdr" sz="quarter"/>
          </p:nvPr>
        </p:nvSpPr>
        <p:spPr>
          <a:ln/>
        </p:spPr>
        <p:txBody>
          <a:bodyPr/>
          <a:lstStyle/>
          <a:p>
            <a:r>
              <a:rPr lang="en-US" altLang="en-US"/>
              <a:t>Copyright 1998, David G. Messerschmitt. All rights reserved.</a:t>
            </a:r>
          </a:p>
        </p:txBody>
      </p:sp>
      <p:sp>
        <p:nvSpPr>
          <p:cNvPr id="5" name="Rectangle 8">
            <a:extLst>
              <a:ext uri="{FF2B5EF4-FFF2-40B4-BE49-F238E27FC236}">
                <a16:creationId xmlns:a16="http://schemas.microsoft.com/office/drawing/2014/main" id="{AE7B0C2A-7D61-4D64-899E-8F0D3174E668}"/>
              </a:ext>
            </a:extLst>
          </p:cNvPr>
          <p:cNvSpPr>
            <a:spLocks noGrp="1" noChangeArrowheads="1"/>
          </p:cNvSpPr>
          <p:nvPr>
            <p:ph type="dt" idx="1"/>
          </p:nvPr>
        </p:nvSpPr>
        <p:spPr>
          <a:ln/>
        </p:spPr>
        <p:txBody>
          <a:bodyPr/>
          <a:lstStyle/>
          <a:p>
            <a:fld id="{65BAB5E7-1B05-40DF-BD5E-BDC1A3F03634}" type="datetime5">
              <a:rPr lang="en-US" altLang="en-US"/>
              <a:pPr/>
              <a:t>20-Sep-25</a:t>
            </a:fld>
            <a:endParaRPr lang="en-US" altLang="en-US"/>
          </a:p>
        </p:txBody>
      </p:sp>
      <p:sp>
        <p:nvSpPr>
          <p:cNvPr id="7" name="Rectangle 10">
            <a:extLst>
              <a:ext uri="{FF2B5EF4-FFF2-40B4-BE49-F238E27FC236}">
                <a16:creationId xmlns:a16="http://schemas.microsoft.com/office/drawing/2014/main" id="{AD51A09E-ACFA-4DDD-A381-CDD6A1FAABD1}"/>
              </a:ext>
            </a:extLst>
          </p:cNvPr>
          <p:cNvSpPr>
            <a:spLocks noGrp="1" noChangeArrowheads="1"/>
          </p:cNvSpPr>
          <p:nvPr>
            <p:ph type="sldNum" sz="quarter" idx="5"/>
          </p:nvPr>
        </p:nvSpPr>
        <p:spPr>
          <a:ln/>
        </p:spPr>
        <p:txBody>
          <a:bodyPr/>
          <a:lstStyle/>
          <a:p>
            <a:fld id="{B8A8B4EC-E1DC-4198-AABC-FF398EC2A9E5}" type="slidenum">
              <a:rPr lang="en-US" altLang="en-US"/>
              <a:pPr/>
              <a:t>11</a:t>
            </a:fld>
            <a:endParaRPr lang="en-US" altLang="en-US"/>
          </a:p>
        </p:txBody>
      </p:sp>
      <p:sp>
        <p:nvSpPr>
          <p:cNvPr id="140290" name="Rectangle 2">
            <a:extLst>
              <a:ext uri="{FF2B5EF4-FFF2-40B4-BE49-F238E27FC236}">
                <a16:creationId xmlns:a16="http://schemas.microsoft.com/office/drawing/2014/main" id="{2C003184-032C-4BBD-89A6-6E928BDFFB20}"/>
              </a:ext>
            </a:extLst>
          </p:cNvPr>
          <p:cNvSpPr>
            <a:spLocks noGrp="1" noChangeArrowheads="1"/>
          </p:cNvSpPr>
          <p:nvPr>
            <p:ph type="body" idx="1"/>
          </p:nvPr>
        </p:nvSpPr>
        <p:spPr>
          <a:noFill/>
          <a:ln/>
        </p:spPr>
        <p:txBody>
          <a:bodyPr/>
          <a:lstStyle/>
          <a:p>
            <a:r>
              <a:rPr lang="en-US" altLang="en-US" dirty="0"/>
              <a:t>Goal: make heterogeneous distributed environment appear homogeneous to the application programmer</a:t>
            </a:r>
          </a:p>
          <a:p>
            <a:pPr lvl="1"/>
            <a:r>
              <a:rPr lang="en-US" altLang="en-US" dirty="0"/>
              <a:t>CORBA is an acronym for “Common Object Request Broker Architecture”, and is being advanced by the Object Management Group (OMG), a consortium of over 700 software companies.</a:t>
            </a:r>
          </a:p>
          <a:p>
            <a:pPr lvl="1"/>
            <a:r>
              <a:rPr lang="en-US" altLang="en-US" dirty="0"/>
              <a:t>DCOM is an acronym for “Distributed Common Object Model”, and is promulgated by Microsoft.</a:t>
            </a:r>
          </a:p>
          <a:p>
            <a:r>
              <a:rPr lang="en-US" altLang="en-US" dirty="0"/>
              <a:t>CORBA and DCOM are motivated by the needs of electronic commerce, where network effects are strong.</a:t>
            </a:r>
          </a:p>
          <a:p>
            <a:r>
              <a:rPr lang="en-US" altLang="en-US" dirty="0"/>
              <a:t>CORBA emphasizes interoperability, but currently does not emphasize portability. In this sense CORBA and Java are complementary, since Java emphasizes portability</a:t>
            </a:r>
          </a:p>
        </p:txBody>
      </p:sp>
      <p:sp>
        <p:nvSpPr>
          <p:cNvPr id="140291" name="Rectangle 3">
            <a:extLst>
              <a:ext uri="{FF2B5EF4-FFF2-40B4-BE49-F238E27FC236}">
                <a16:creationId xmlns:a16="http://schemas.microsoft.com/office/drawing/2014/main" id="{4D433C35-967B-4AEA-8DB5-123DC771EE1D}"/>
              </a:ext>
            </a:extLst>
          </p:cNvPr>
          <p:cNvSpPr>
            <a:spLocks noGrp="1" noRot="1" noChangeAspect="1" noChangeArrowheads="1" noTextEdit="1"/>
          </p:cNvSpPr>
          <p:nvPr>
            <p:ph type="sldImg"/>
          </p:nvPr>
        </p:nvSpPr>
        <p:spPr>
          <a:ln cap="flat"/>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a:extLst>
              <a:ext uri="{FF2B5EF4-FFF2-40B4-BE49-F238E27FC236}">
                <a16:creationId xmlns:a16="http://schemas.microsoft.com/office/drawing/2014/main" id="{727593DA-329F-441A-A9D1-ED39C9577B6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eaLnBrk="0" hangingPunct="0">
              <a:defRPr sz="2400">
                <a:solidFill>
                  <a:schemeClr val="tx1"/>
                </a:solidFill>
                <a:latin typeface="Tahoma" panose="020B0604030504040204" pitchFamily="34" charset="0"/>
              </a:defRPr>
            </a:lvl1pPr>
            <a:lvl2pPr marL="742950" indent="-285750" defTabSz="966788" eaLnBrk="0" hangingPunct="0">
              <a:defRPr sz="2400">
                <a:solidFill>
                  <a:schemeClr val="tx1"/>
                </a:solidFill>
                <a:latin typeface="Tahoma" panose="020B0604030504040204" pitchFamily="34" charset="0"/>
              </a:defRPr>
            </a:lvl2pPr>
            <a:lvl3pPr marL="1143000" indent="-228600" defTabSz="966788" eaLnBrk="0" hangingPunct="0">
              <a:defRPr sz="2400">
                <a:solidFill>
                  <a:schemeClr val="tx1"/>
                </a:solidFill>
                <a:latin typeface="Tahoma" panose="020B0604030504040204" pitchFamily="34" charset="0"/>
              </a:defRPr>
            </a:lvl3pPr>
            <a:lvl4pPr marL="1600200" indent="-228600" defTabSz="966788" eaLnBrk="0" hangingPunct="0">
              <a:defRPr sz="2400">
                <a:solidFill>
                  <a:schemeClr val="tx1"/>
                </a:solidFill>
                <a:latin typeface="Tahoma" panose="020B0604030504040204" pitchFamily="34" charset="0"/>
              </a:defRPr>
            </a:lvl4pPr>
            <a:lvl5pPr marL="2057400" indent="-228600" defTabSz="966788" eaLnBrk="0" hangingPunct="0">
              <a:defRPr sz="2400">
                <a:solidFill>
                  <a:schemeClr val="tx1"/>
                </a:solidFill>
                <a:latin typeface="Tahoma" panose="020B0604030504040204" pitchFamily="34" charset="0"/>
              </a:defRPr>
            </a:lvl5pPr>
            <a:lvl6pPr marL="2514600" indent="-228600" defTabSz="966788"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66788"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66788"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66788" eaLnBrk="0" fontAlgn="base" hangingPunct="0">
              <a:spcBef>
                <a:spcPct val="0"/>
              </a:spcBef>
              <a:spcAft>
                <a:spcPct val="0"/>
              </a:spcAft>
              <a:defRPr sz="2400">
                <a:solidFill>
                  <a:schemeClr val="tx1"/>
                </a:solidFill>
                <a:latin typeface="Tahoma" panose="020B0604030504040204" pitchFamily="34" charset="0"/>
              </a:defRPr>
            </a:lvl9pPr>
          </a:lstStyle>
          <a:p>
            <a:fld id="{3EBCE8E1-3B18-43F7-8C28-A90CFE5DD610}" type="slidenum">
              <a:rPr lang="en-US" altLang="en-US" sz="1300">
                <a:latin typeface="Times New Roman" panose="02020603050405020304" pitchFamily="18" charset="0"/>
              </a:rPr>
              <a:pPr/>
              <a:t>12</a:t>
            </a:fld>
            <a:endParaRPr lang="en-US" altLang="en-US" sz="1300">
              <a:latin typeface="Times New Roman" panose="02020603050405020304" pitchFamily="18" charset="0"/>
            </a:endParaRPr>
          </a:p>
        </p:txBody>
      </p:sp>
      <p:sp>
        <p:nvSpPr>
          <p:cNvPr id="74755" name="Rectangle 2">
            <a:extLst>
              <a:ext uri="{FF2B5EF4-FFF2-40B4-BE49-F238E27FC236}">
                <a16:creationId xmlns:a16="http://schemas.microsoft.com/office/drawing/2014/main" id="{DE9D59F0-BF5D-4F45-9516-3A6882E085CC}"/>
              </a:ext>
            </a:extLst>
          </p:cNvPr>
          <p:cNvSpPr>
            <a:spLocks noGrp="1" noRot="1" noChangeAspect="1" noChangeArrowheads="1" noTextEdit="1"/>
          </p:cNvSpPr>
          <p:nvPr>
            <p:ph type="sldImg"/>
          </p:nvPr>
        </p:nvSpPr>
        <p:spPr>
          <a:ln/>
        </p:spPr>
      </p:sp>
      <p:sp>
        <p:nvSpPr>
          <p:cNvPr id="74756" name="Rectangle 3">
            <a:extLst>
              <a:ext uri="{FF2B5EF4-FFF2-40B4-BE49-F238E27FC236}">
                <a16:creationId xmlns:a16="http://schemas.microsoft.com/office/drawing/2014/main" id="{1681530A-CF87-45A7-8B88-BB6132C3483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rPr>
              <a:t>RPC stubs and runtime enable location transparency, encapsulate RPC comm infrastructure and provide a proceudre call interface.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3">
            <a:extLst>
              <a:ext uri="{FF2B5EF4-FFF2-40B4-BE49-F238E27FC236}">
                <a16:creationId xmlns:a16="http://schemas.microsoft.com/office/drawing/2014/main" id="{32C84463-1AE3-45DB-8533-6721ED542A06}"/>
              </a:ext>
            </a:extLst>
          </p:cNvPr>
          <p:cNvSpPr>
            <a:spLocks noGrp="1" noChangeArrowheads="1"/>
          </p:cNvSpPr>
          <p:nvPr>
            <p:ph type="sldNum" sz="quarter" idx="5"/>
          </p:nvPr>
        </p:nvSpPr>
        <p:spPr>
          <a:ln/>
        </p:spPr>
        <p:txBody>
          <a:bodyPr/>
          <a:lstStyle/>
          <a:p>
            <a:fld id="{E4F556CE-9199-48F5-B001-AF00CCDA9321}" type="slidenum">
              <a:rPr lang="en-US" altLang="en-US"/>
              <a:pPr/>
              <a:t>14</a:t>
            </a:fld>
            <a:endParaRPr lang="en-US" altLang="en-US"/>
          </a:p>
        </p:txBody>
      </p:sp>
      <p:sp>
        <p:nvSpPr>
          <p:cNvPr id="391170" name="Rectangle 2">
            <a:extLst>
              <a:ext uri="{FF2B5EF4-FFF2-40B4-BE49-F238E27FC236}">
                <a16:creationId xmlns:a16="http://schemas.microsoft.com/office/drawing/2014/main" id="{C3A3F950-2EB5-404E-82A7-066A233F3C1F}"/>
              </a:ext>
            </a:extLst>
          </p:cNvPr>
          <p:cNvSpPr>
            <a:spLocks noGrp="1" noRot="1" noChangeAspect="1" noChangeArrowheads="1"/>
          </p:cNvSpPr>
          <p:nvPr>
            <p:ph type="sldImg"/>
          </p:nvPr>
        </p:nvSpPr>
        <p:spPr>
          <a:ln/>
        </p:spPr>
      </p:sp>
      <p:sp>
        <p:nvSpPr>
          <p:cNvPr id="391171" name="Rectangle 3">
            <a:extLst>
              <a:ext uri="{FF2B5EF4-FFF2-40B4-BE49-F238E27FC236}">
                <a16:creationId xmlns:a16="http://schemas.microsoft.com/office/drawing/2014/main" id="{C7F63DC9-7118-4549-9A7A-A59BA0EE8466}"/>
              </a:ext>
            </a:extLst>
          </p:cNvPr>
          <p:cNvSpPr>
            <a:spLocks noGrp="1" noChangeArrowheads="1"/>
          </p:cNvSpPr>
          <p:nvPr>
            <p:ph type="body" idx="1"/>
          </p:nvPr>
        </p:nvSpPr>
        <p:spPr/>
        <p:txBody>
          <a:bodyPr/>
          <a:lstStyle/>
          <a:p>
            <a:r>
              <a:rPr lang="en-US" altLang="en-US" dirty="0"/>
              <a:t>The client makes a request to the ORB to find and bind to the needed service. The ORB finds the service, establishes a connection between the client and server processes and finally activates the service.</a:t>
            </a:r>
          </a:p>
          <a:p>
            <a:endParaRPr lang="en-US" altLang="en-US" dirty="0"/>
          </a:p>
          <a:p>
            <a:r>
              <a:rPr lang="en-US" altLang="en-US" dirty="0"/>
              <a:t>The ORB allows the server to hide implementation details from the client.  The client never has to know what programming language was used, what operating system the process is running on, what hardware architecture the host has, or even the location of the object.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a:extLst>
              <a:ext uri="{FF2B5EF4-FFF2-40B4-BE49-F238E27FC236}">
                <a16:creationId xmlns:a16="http://schemas.microsoft.com/office/drawing/2014/main" id="{7708278E-F7F5-4D0B-943D-EB45BFB3938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eaLnBrk="0" hangingPunct="0">
              <a:defRPr sz="2400">
                <a:solidFill>
                  <a:srgbClr val="003399"/>
                </a:solidFill>
                <a:latin typeface="Tahoma" panose="020B0604030504040204" pitchFamily="34" charset="0"/>
              </a:defRPr>
            </a:lvl1pPr>
            <a:lvl2pPr marL="742950" indent="-285750" defTabSz="903288" eaLnBrk="0" hangingPunct="0">
              <a:defRPr sz="2400">
                <a:solidFill>
                  <a:srgbClr val="003399"/>
                </a:solidFill>
                <a:latin typeface="Tahoma" panose="020B0604030504040204" pitchFamily="34" charset="0"/>
              </a:defRPr>
            </a:lvl2pPr>
            <a:lvl3pPr marL="1143000" indent="-228600" defTabSz="903288" eaLnBrk="0" hangingPunct="0">
              <a:defRPr sz="2400">
                <a:solidFill>
                  <a:srgbClr val="003399"/>
                </a:solidFill>
                <a:latin typeface="Tahoma" panose="020B0604030504040204" pitchFamily="34" charset="0"/>
              </a:defRPr>
            </a:lvl3pPr>
            <a:lvl4pPr marL="1600200" indent="-228600" defTabSz="903288" eaLnBrk="0" hangingPunct="0">
              <a:defRPr sz="2400">
                <a:solidFill>
                  <a:srgbClr val="003399"/>
                </a:solidFill>
                <a:latin typeface="Tahoma" panose="020B0604030504040204" pitchFamily="34" charset="0"/>
              </a:defRPr>
            </a:lvl4pPr>
            <a:lvl5pPr marL="2057400" indent="-228600" defTabSz="903288" eaLnBrk="0" hangingPunct="0">
              <a:defRPr sz="2400">
                <a:solidFill>
                  <a:srgbClr val="003399"/>
                </a:solidFill>
                <a:latin typeface="Tahoma" panose="020B0604030504040204" pitchFamily="34" charset="0"/>
              </a:defRPr>
            </a:lvl5pPr>
            <a:lvl6pPr marL="2514600" indent="-228600" defTabSz="903288" eaLnBrk="0" fontAlgn="base" hangingPunct="0">
              <a:spcBef>
                <a:spcPct val="20000"/>
              </a:spcBef>
              <a:spcAft>
                <a:spcPct val="0"/>
              </a:spcAft>
              <a:defRPr sz="2400">
                <a:solidFill>
                  <a:srgbClr val="003399"/>
                </a:solidFill>
                <a:latin typeface="Tahoma" panose="020B0604030504040204" pitchFamily="34" charset="0"/>
              </a:defRPr>
            </a:lvl6pPr>
            <a:lvl7pPr marL="2971800" indent="-228600" defTabSz="903288" eaLnBrk="0" fontAlgn="base" hangingPunct="0">
              <a:spcBef>
                <a:spcPct val="20000"/>
              </a:spcBef>
              <a:spcAft>
                <a:spcPct val="0"/>
              </a:spcAft>
              <a:defRPr sz="2400">
                <a:solidFill>
                  <a:srgbClr val="003399"/>
                </a:solidFill>
                <a:latin typeface="Tahoma" panose="020B0604030504040204" pitchFamily="34" charset="0"/>
              </a:defRPr>
            </a:lvl7pPr>
            <a:lvl8pPr marL="3429000" indent="-228600" defTabSz="903288" eaLnBrk="0" fontAlgn="base" hangingPunct="0">
              <a:spcBef>
                <a:spcPct val="20000"/>
              </a:spcBef>
              <a:spcAft>
                <a:spcPct val="0"/>
              </a:spcAft>
              <a:defRPr sz="2400">
                <a:solidFill>
                  <a:srgbClr val="003399"/>
                </a:solidFill>
                <a:latin typeface="Tahoma" panose="020B0604030504040204" pitchFamily="34" charset="0"/>
              </a:defRPr>
            </a:lvl8pPr>
            <a:lvl9pPr marL="3886200" indent="-228600" defTabSz="903288" eaLnBrk="0" fontAlgn="base" hangingPunct="0">
              <a:spcBef>
                <a:spcPct val="20000"/>
              </a:spcBef>
              <a:spcAft>
                <a:spcPct val="0"/>
              </a:spcAft>
              <a:defRPr sz="2400">
                <a:solidFill>
                  <a:srgbClr val="003399"/>
                </a:solidFill>
                <a:latin typeface="Tahoma" panose="020B0604030504040204" pitchFamily="34" charset="0"/>
              </a:defRPr>
            </a:lvl9pPr>
          </a:lstStyle>
          <a:p>
            <a:pPr eaLnBrk="1" hangingPunct="1"/>
            <a:fld id="{5E3B818C-AF75-4011-BC8E-83578EE30AA0}" type="slidenum">
              <a:rPr lang="en-GB" altLang="en-US" sz="1200">
                <a:solidFill>
                  <a:schemeClr val="tx1"/>
                </a:solidFill>
                <a:latin typeface="Times New Roman" panose="02020603050405020304" pitchFamily="18" charset="0"/>
              </a:rPr>
              <a:pPr eaLnBrk="1" hangingPunct="1"/>
              <a:t>21</a:t>
            </a:fld>
            <a:endParaRPr lang="en-GB" altLang="en-US" sz="1200">
              <a:solidFill>
                <a:schemeClr val="tx1"/>
              </a:solidFill>
              <a:latin typeface="Times New Roman" panose="02020603050405020304" pitchFamily="18" charset="0"/>
            </a:endParaRPr>
          </a:p>
        </p:txBody>
      </p:sp>
      <p:sp>
        <p:nvSpPr>
          <p:cNvPr id="55299" name="Rectangle 2">
            <a:extLst>
              <a:ext uri="{FF2B5EF4-FFF2-40B4-BE49-F238E27FC236}">
                <a16:creationId xmlns:a16="http://schemas.microsoft.com/office/drawing/2014/main" id="{EB95DA4F-CA15-4DF1-92BC-D25719BB86C5}"/>
              </a:ext>
            </a:extLst>
          </p:cNvPr>
          <p:cNvSpPr>
            <a:spLocks noGrp="1" noRot="1" noChangeAspect="1" noChangeArrowheads="1" noTextEdit="1"/>
          </p:cNvSpPr>
          <p:nvPr>
            <p:ph type="sldImg"/>
          </p:nvPr>
        </p:nvSpPr>
        <p:spPr>
          <a:ln/>
        </p:spPr>
      </p:sp>
      <p:sp>
        <p:nvSpPr>
          <p:cNvPr id="55300" name="Rectangle 3">
            <a:extLst>
              <a:ext uri="{FF2B5EF4-FFF2-40B4-BE49-F238E27FC236}">
                <a16:creationId xmlns:a16="http://schemas.microsoft.com/office/drawing/2014/main" id="{C157D4CD-0040-40E3-BB3E-50D0B2A8A5C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a:extLst>
              <a:ext uri="{FF2B5EF4-FFF2-40B4-BE49-F238E27FC236}">
                <a16:creationId xmlns:a16="http://schemas.microsoft.com/office/drawing/2014/main" id="{CAAC1A2D-2C86-42E1-BA56-06AAF2FE5E5F}"/>
              </a:ext>
            </a:extLst>
          </p:cNvPr>
          <p:cNvSpPr>
            <a:spLocks noGrp="1" noChangeArrowheads="1"/>
          </p:cNvSpPr>
          <p:nvPr>
            <p:ph type="hdr" sz="quarter"/>
          </p:nvPr>
        </p:nvSpPr>
        <p:spPr>
          <a:ln/>
        </p:spPr>
        <p:txBody>
          <a:bodyPr/>
          <a:lstStyle/>
          <a:p>
            <a:r>
              <a:rPr lang="en-US" altLang="en-US"/>
              <a:t>Copyright 1998, David G. Messerschmitt. All rights reserved.</a:t>
            </a:r>
          </a:p>
        </p:txBody>
      </p:sp>
      <p:sp>
        <p:nvSpPr>
          <p:cNvPr id="5" name="Rectangle 8">
            <a:extLst>
              <a:ext uri="{FF2B5EF4-FFF2-40B4-BE49-F238E27FC236}">
                <a16:creationId xmlns:a16="http://schemas.microsoft.com/office/drawing/2014/main" id="{CB8CB13C-36B0-4061-A7A0-F1ACA6F2D7B0}"/>
              </a:ext>
            </a:extLst>
          </p:cNvPr>
          <p:cNvSpPr>
            <a:spLocks noGrp="1" noChangeArrowheads="1"/>
          </p:cNvSpPr>
          <p:nvPr>
            <p:ph type="dt" idx="1"/>
          </p:nvPr>
        </p:nvSpPr>
        <p:spPr>
          <a:ln/>
        </p:spPr>
        <p:txBody>
          <a:bodyPr/>
          <a:lstStyle/>
          <a:p>
            <a:fld id="{3757DE97-C119-4133-9961-71EB6919C6CC}" type="datetime5">
              <a:rPr lang="en-US" altLang="en-US"/>
              <a:pPr/>
              <a:t>20-Sep-25</a:t>
            </a:fld>
            <a:endParaRPr lang="en-US" altLang="en-US"/>
          </a:p>
        </p:txBody>
      </p:sp>
      <p:sp>
        <p:nvSpPr>
          <p:cNvPr id="7" name="Rectangle 10">
            <a:extLst>
              <a:ext uri="{FF2B5EF4-FFF2-40B4-BE49-F238E27FC236}">
                <a16:creationId xmlns:a16="http://schemas.microsoft.com/office/drawing/2014/main" id="{9CCF5A3E-E8B5-4473-BCBD-127F5C0867DB}"/>
              </a:ext>
            </a:extLst>
          </p:cNvPr>
          <p:cNvSpPr>
            <a:spLocks noGrp="1" noChangeArrowheads="1"/>
          </p:cNvSpPr>
          <p:nvPr>
            <p:ph type="sldNum" sz="quarter" idx="5"/>
          </p:nvPr>
        </p:nvSpPr>
        <p:spPr>
          <a:ln/>
        </p:spPr>
        <p:txBody>
          <a:bodyPr/>
          <a:lstStyle/>
          <a:p>
            <a:fld id="{E5F6DFB1-7A8D-41B5-B28A-6DEA974E0ABF}" type="slidenum">
              <a:rPr lang="en-US" altLang="en-US"/>
              <a:pPr/>
              <a:t>22</a:t>
            </a:fld>
            <a:endParaRPr lang="en-US" altLang="en-US"/>
          </a:p>
        </p:txBody>
      </p:sp>
      <p:sp>
        <p:nvSpPr>
          <p:cNvPr id="142338" name="Rectangle 2">
            <a:extLst>
              <a:ext uri="{FF2B5EF4-FFF2-40B4-BE49-F238E27FC236}">
                <a16:creationId xmlns:a16="http://schemas.microsoft.com/office/drawing/2014/main" id="{25EF23C3-C97C-49BA-A5D1-9A80D1E957A2}"/>
              </a:ext>
            </a:extLst>
          </p:cNvPr>
          <p:cNvSpPr>
            <a:spLocks noGrp="1" noChangeArrowheads="1"/>
          </p:cNvSpPr>
          <p:nvPr>
            <p:ph type="body" idx="1"/>
          </p:nvPr>
        </p:nvSpPr>
        <p:spPr>
          <a:noFill/>
          <a:ln/>
        </p:spPr>
        <p:txBody>
          <a:bodyPr/>
          <a:lstStyle/>
          <a:p>
            <a:endParaRPr lang="en-US" altLang="en-US" dirty="0"/>
          </a:p>
        </p:txBody>
      </p:sp>
      <p:sp>
        <p:nvSpPr>
          <p:cNvPr id="142339" name="Rectangle 3">
            <a:extLst>
              <a:ext uri="{FF2B5EF4-FFF2-40B4-BE49-F238E27FC236}">
                <a16:creationId xmlns:a16="http://schemas.microsoft.com/office/drawing/2014/main" id="{1B241EDB-08D2-4B20-845C-D84779130BBD}"/>
              </a:ext>
            </a:extLst>
          </p:cNvPr>
          <p:cNvSpPr>
            <a:spLocks noGrp="1" noRot="1" noChangeAspect="1" noChangeArrowheads="1" noTextEdit="1"/>
          </p:cNvSpPr>
          <p:nvPr>
            <p:ph type="sldImg"/>
          </p:nvPr>
        </p:nvSpPr>
        <p:spPr>
          <a:ln cap="flat"/>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2D95760C-06B2-4C7B-93BC-CD75C5D98E95}"/>
              </a:ext>
            </a:extLst>
          </p:cNvPr>
          <p:cNvSpPr>
            <a:spLocks noGrp="1" noChangeArrowheads="1"/>
          </p:cNvSpPr>
          <p:nvPr>
            <p:ph type="sldNum" sz="quarter" idx="5"/>
          </p:nvPr>
        </p:nvSpPr>
        <p:spPr>
          <a:ln/>
        </p:spPr>
        <p:txBody>
          <a:bodyPr/>
          <a:lstStyle/>
          <a:p>
            <a:fld id="{183D10B5-2C07-47F2-A839-1992FC72545F}" type="slidenum">
              <a:rPr lang="de-DE" altLang="en-US"/>
              <a:pPr/>
              <a:t>26</a:t>
            </a:fld>
            <a:endParaRPr lang="de-DE" altLang="en-US"/>
          </a:p>
        </p:txBody>
      </p:sp>
      <p:sp>
        <p:nvSpPr>
          <p:cNvPr id="221186" name="Rectangle 2">
            <a:extLst>
              <a:ext uri="{FF2B5EF4-FFF2-40B4-BE49-F238E27FC236}">
                <a16:creationId xmlns:a16="http://schemas.microsoft.com/office/drawing/2014/main" id="{569C76EC-57B6-4DD4-B8BB-1EF60347B7DD}"/>
              </a:ext>
            </a:extLst>
          </p:cNvPr>
          <p:cNvSpPr>
            <a:spLocks noGrp="1" noRot="1" noChangeAspect="1" noChangeArrowheads="1" noTextEdit="1"/>
          </p:cNvSpPr>
          <p:nvPr>
            <p:ph type="sldImg"/>
          </p:nvPr>
        </p:nvSpPr>
        <p:spPr>
          <a:ln/>
        </p:spPr>
      </p:sp>
      <p:sp>
        <p:nvSpPr>
          <p:cNvPr id="221187" name="Rectangle 3">
            <a:extLst>
              <a:ext uri="{FF2B5EF4-FFF2-40B4-BE49-F238E27FC236}">
                <a16:creationId xmlns:a16="http://schemas.microsoft.com/office/drawing/2014/main" id="{8B51184C-24FA-4AEA-BB4B-3B1CDCF3A088}"/>
              </a:ext>
            </a:extLst>
          </p:cNvPr>
          <p:cNvSpPr>
            <a:spLocks noGrp="1" noChangeArrowheads="1"/>
          </p:cNvSpPr>
          <p:nvPr>
            <p:ph type="body" idx="1"/>
          </p:nvPr>
        </p:nvSpPr>
        <p:spPr/>
        <p:txBody>
          <a:bodyPr/>
          <a:lstStyle/>
          <a:p>
            <a:endParaRPr lang="de-AT"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7">
            <a:extLst>
              <a:ext uri="{FF2B5EF4-FFF2-40B4-BE49-F238E27FC236}">
                <a16:creationId xmlns:a16="http://schemas.microsoft.com/office/drawing/2014/main" id="{A5A7CAA1-6E2C-43F4-BFAB-FEE7E494C33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fld id="{4313CD72-F8C2-40FF-96B7-020D129B585B}" type="slidenum">
              <a:rPr lang="en-US" altLang="en-US" sz="1200"/>
              <a:pPr eaLnBrk="1" hangingPunct="1"/>
              <a:t>35</a:t>
            </a:fld>
            <a:endParaRPr lang="en-US" altLang="en-US" sz="1200"/>
          </a:p>
        </p:txBody>
      </p:sp>
      <p:sp>
        <p:nvSpPr>
          <p:cNvPr id="24578" name="Rectangle 2">
            <a:extLst>
              <a:ext uri="{FF2B5EF4-FFF2-40B4-BE49-F238E27FC236}">
                <a16:creationId xmlns:a16="http://schemas.microsoft.com/office/drawing/2014/main" id="{9A5CFAC8-01EE-4D72-8017-AE2C34826744}"/>
              </a:ext>
            </a:extLst>
          </p:cNvPr>
          <p:cNvSpPr>
            <a:spLocks noGrp="1" noRot="1" noChangeAspect="1" noChangeArrowheads="1" noTextEdit="1"/>
          </p:cNvSpPr>
          <p:nvPr>
            <p:ph type="sldImg"/>
          </p:nvPr>
        </p:nvSpPr>
        <p:spPr>
          <a:ln/>
        </p:spPr>
      </p:sp>
      <p:sp>
        <p:nvSpPr>
          <p:cNvPr id="24579" name="Rectangle 3">
            <a:extLst>
              <a:ext uri="{FF2B5EF4-FFF2-40B4-BE49-F238E27FC236}">
                <a16:creationId xmlns:a16="http://schemas.microsoft.com/office/drawing/2014/main" id="{03B1F07A-1112-48D2-8362-3D5ABFFD1B0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z="1000" dirty="0">
                <a:latin typeface="Arial" panose="020B0604020202020204" pitchFamily="34" charset="0"/>
              </a:rPr>
              <a:t>The diagram above describes the RMI architecture on the lines of the OSI model. Suppose that there is a server object and a client object on two different machines. Let us further assume that the client object wants to invoke a method on the server object. To do this the client will need a reference to the object living in the server. Since both client and server are residing on different machines (different JVMs to be precise), an object reference on the server</a:t>
            </a:r>
            <a:r>
              <a:rPr lang="ja-JP" altLang="en-US" sz="1000" dirty="0">
                <a:latin typeface="Arial" panose="020B0604020202020204" pitchFamily="34" charset="0"/>
              </a:rPr>
              <a:t>’</a:t>
            </a:r>
            <a:r>
              <a:rPr lang="en-US" altLang="ja-JP" sz="1000" dirty="0">
                <a:latin typeface="Arial" panose="020B0604020202020204" pitchFamily="34" charset="0"/>
              </a:rPr>
              <a:t>s host is meaningless on the client</a:t>
            </a:r>
            <a:r>
              <a:rPr lang="ja-JP" altLang="en-US" sz="1000" dirty="0">
                <a:latin typeface="Arial" panose="020B0604020202020204" pitchFamily="34" charset="0"/>
              </a:rPr>
              <a:t>’</a:t>
            </a:r>
            <a:r>
              <a:rPr lang="en-US" altLang="ja-JP" sz="1000" dirty="0">
                <a:latin typeface="Arial" panose="020B0604020202020204" pitchFamily="34" charset="0"/>
              </a:rPr>
              <a:t>s host. This is where the client stub comes into picture. A client stub is another java object residing on the client</a:t>
            </a:r>
            <a:r>
              <a:rPr lang="ja-JP" altLang="en-US" sz="1000" dirty="0">
                <a:latin typeface="Arial" panose="020B0604020202020204" pitchFamily="34" charset="0"/>
              </a:rPr>
              <a:t>’</a:t>
            </a:r>
            <a:r>
              <a:rPr lang="en-US" altLang="ja-JP" sz="1000" dirty="0">
                <a:latin typeface="Arial" panose="020B0604020202020204" pitchFamily="34" charset="0"/>
              </a:rPr>
              <a:t>s machine (details of how this stub object finds it</a:t>
            </a:r>
            <a:r>
              <a:rPr lang="ja-JP" altLang="en-US" sz="1000" dirty="0">
                <a:latin typeface="Arial" panose="020B0604020202020204" pitchFamily="34" charset="0"/>
              </a:rPr>
              <a:t>’</a:t>
            </a:r>
            <a:r>
              <a:rPr lang="en-US" altLang="ja-JP" sz="1000" dirty="0">
                <a:latin typeface="Arial" panose="020B0604020202020204" pitchFamily="34" charset="0"/>
              </a:rPr>
              <a:t>s way to the client machine will come later) which acts as a proxy or surrogate for the object residing on the server. This means that the stub will contain all the methods that the server object has. However the stub</a:t>
            </a:r>
            <a:r>
              <a:rPr lang="ja-JP" altLang="en-US" sz="1000" dirty="0">
                <a:latin typeface="Arial" panose="020B0604020202020204" pitchFamily="34" charset="0"/>
              </a:rPr>
              <a:t>’</a:t>
            </a:r>
            <a:r>
              <a:rPr lang="en-US" altLang="ja-JP" sz="1000" dirty="0">
                <a:latin typeface="Arial" panose="020B0604020202020204" pitchFamily="34" charset="0"/>
              </a:rPr>
              <a:t>s implementation of these methods will be different from the implementation of these methods on the server object. Specifically, the stub</a:t>
            </a:r>
            <a:r>
              <a:rPr lang="ja-JP" altLang="en-US" sz="1000" dirty="0">
                <a:latin typeface="Arial" panose="020B0604020202020204" pitchFamily="34" charset="0"/>
              </a:rPr>
              <a:t>’</a:t>
            </a:r>
            <a:r>
              <a:rPr lang="en-US" altLang="ja-JP" sz="1000" dirty="0">
                <a:latin typeface="Arial" panose="020B0604020202020204" pitchFamily="34" charset="0"/>
              </a:rPr>
              <a:t>s implementation will be defined so as to pass the method arguments to the server through the Remote reference Layer via the transport protocol to the server. Since we are talking about java objects, the arguments and return types can be either primitive data types or objects. If they are objects, the stub must necessarily serialize all objects so that they can be sent over the network. Also the stub must be able to pass enough information to the skeleton (which is the stub</a:t>
            </a:r>
            <a:r>
              <a:rPr lang="ja-JP" altLang="en-US" sz="1000" dirty="0">
                <a:latin typeface="Arial" panose="020B0604020202020204" pitchFamily="34" charset="0"/>
              </a:rPr>
              <a:t>’</a:t>
            </a:r>
            <a:r>
              <a:rPr lang="en-US" altLang="ja-JP" sz="1000" dirty="0">
                <a:latin typeface="Arial" panose="020B0604020202020204" pitchFamily="34" charset="0"/>
              </a:rPr>
              <a:t>s counter part on the server) so that the skeleton knows which object</a:t>
            </a:r>
            <a:r>
              <a:rPr lang="ja-JP" altLang="en-US" sz="1000" dirty="0">
                <a:latin typeface="Arial" panose="020B0604020202020204" pitchFamily="34" charset="0"/>
              </a:rPr>
              <a:t>’</a:t>
            </a:r>
            <a:r>
              <a:rPr lang="en-US" altLang="ja-JP" sz="1000" dirty="0">
                <a:latin typeface="Arial" panose="020B0604020202020204" pitchFamily="34" charset="0"/>
              </a:rPr>
              <a:t>s method is being invoked. On the server side the server skeleton receives the request to invoke a method on the object actually residing in the server, formats the arguments into a valid method call and invokes the method on the object. If the method returns some value, this is returned via the same channel to the client, where the stub in turn returns this value to the client object. As far as the client object is concerned, it has transparently invoked a method on the server successfully. This process of collecting method arguments invoked on the stub and converting into a stream suitable for transport over the network is known as marshalling. Reconstructing a method call from a network data stream in its entirety is called un-marshalling. </a:t>
            </a:r>
            <a:endParaRPr lang="en-US" altLang="en-US" sz="1000" dirty="0">
              <a:latin typeface="Arial" panose="020B0604020202020204"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7">
            <a:extLst>
              <a:ext uri="{FF2B5EF4-FFF2-40B4-BE49-F238E27FC236}">
                <a16:creationId xmlns:a16="http://schemas.microsoft.com/office/drawing/2014/main" id="{510B85FB-631D-4861-9736-FF73AFAA835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fld id="{1DC924E1-1D38-4AEC-BE71-7C8132DC11DF}" type="slidenum">
              <a:rPr lang="en-US" altLang="en-US" sz="1200"/>
              <a:pPr eaLnBrk="1" hangingPunct="1"/>
              <a:t>39</a:t>
            </a:fld>
            <a:endParaRPr lang="en-US" altLang="en-US" sz="1200"/>
          </a:p>
        </p:txBody>
      </p:sp>
      <p:sp>
        <p:nvSpPr>
          <p:cNvPr id="30722" name="Rectangle 2">
            <a:extLst>
              <a:ext uri="{FF2B5EF4-FFF2-40B4-BE49-F238E27FC236}">
                <a16:creationId xmlns:a16="http://schemas.microsoft.com/office/drawing/2014/main" id="{D6FAF2AF-19D8-493D-8339-1D8160F9A779}"/>
              </a:ext>
            </a:extLst>
          </p:cNvPr>
          <p:cNvSpPr>
            <a:spLocks noGrp="1" noRot="1" noChangeAspect="1" noChangeArrowheads="1" noTextEdit="1"/>
          </p:cNvSpPr>
          <p:nvPr>
            <p:ph type="sldImg"/>
          </p:nvPr>
        </p:nvSpPr>
        <p:spPr>
          <a:ln/>
        </p:spPr>
      </p:sp>
      <p:sp>
        <p:nvSpPr>
          <p:cNvPr id="30723" name="Rectangle 3">
            <a:extLst>
              <a:ext uri="{FF2B5EF4-FFF2-40B4-BE49-F238E27FC236}">
                <a16:creationId xmlns:a16="http://schemas.microsoft.com/office/drawing/2014/main" id="{DC53BDC6-E49C-4D55-96A4-9DC16CE643F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rPr>
              <a:t>All  Remote methods must throw java.rmi.RemoteException</a:t>
            </a:r>
          </a:p>
          <a:p>
            <a:pPr eaLnBrk="1" hangingPunct="1"/>
            <a:endParaRPr lang="en-US" altLang="en-US">
              <a:latin typeface="Arial" panose="020B0604020202020204"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7">
            <a:extLst>
              <a:ext uri="{FF2B5EF4-FFF2-40B4-BE49-F238E27FC236}">
                <a16:creationId xmlns:a16="http://schemas.microsoft.com/office/drawing/2014/main" id="{01FAD632-04D3-44CB-ABD5-6654B1B3324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fld id="{95F508C4-283D-4707-BF1E-B3D70BDED607}" type="slidenum">
              <a:rPr lang="en-US" altLang="en-US" sz="1200"/>
              <a:pPr eaLnBrk="1" hangingPunct="1"/>
              <a:t>40</a:t>
            </a:fld>
            <a:endParaRPr lang="en-US" altLang="en-US" sz="1200"/>
          </a:p>
        </p:txBody>
      </p:sp>
      <p:sp>
        <p:nvSpPr>
          <p:cNvPr id="32770" name="Rectangle 2">
            <a:extLst>
              <a:ext uri="{FF2B5EF4-FFF2-40B4-BE49-F238E27FC236}">
                <a16:creationId xmlns:a16="http://schemas.microsoft.com/office/drawing/2014/main" id="{83FD2A92-6ED0-4E21-B348-8A46D230A06C}"/>
              </a:ext>
            </a:extLst>
          </p:cNvPr>
          <p:cNvSpPr>
            <a:spLocks noGrp="1" noRot="1" noChangeAspect="1" noChangeArrowheads="1" noTextEdit="1"/>
          </p:cNvSpPr>
          <p:nvPr>
            <p:ph type="sldImg"/>
          </p:nvPr>
        </p:nvSpPr>
        <p:spPr>
          <a:ln/>
        </p:spPr>
      </p:sp>
      <p:sp>
        <p:nvSpPr>
          <p:cNvPr id="32771" name="Rectangle 3">
            <a:extLst>
              <a:ext uri="{FF2B5EF4-FFF2-40B4-BE49-F238E27FC236}">
                <a16:creationId xmlns:a16="http://schemas.microsoft.com/office/drawing/2014/main" id="{35F18E4F-C881-4868-95CE-6EB518B305B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90000"/>
              </a:lnSpc>
            </a:pPr>
            <a:r>
              <a:rPr lang="en-US" altLang="en-US" dirty="0">
                <a:latin typeface="Arial" panose="020B0604020202020204" pitchFamily="34" charset="0"/>
              </a:rPr>
              <a:t>Now objects of this class, when passed as arguments in a remote method invocation are passed by reference and not by value. But How does a client find this object residing on some machine on the network?. An analogy of a library book shelf will help.</a:t>
            </a:r>
          </a:p>
          <a:p>
            <a:pPr eaLnBrk="1" hangingPunct="1">
              <a:lnSpc>
                <a:spcPct val="90000"/>
              </a:lnSpc>
            </a:pPr>
            <a:r>
              <a:rPr lang="en-US" altLang="en-US" dirty="0">
                <a:latin typeface="Arial" panose="020B0604020202020204" pitchFamily="34" charset="0"/>
              </a:rPr>
              <a:t> </a:t>
            </a:r>
          </a:p>
          <a:p>
            <a:pPr eaLnBrk="1" hangingPunct="1">
              <a:lnSpc>
                <a:spcPct val="90000"/>
              </a:lnSpc>
            </a:pPr>
            <a:r>
              <a:rPr lang="en-US" altLang="en-US" dirty="0">
                <a:latin typeface="Arial" panose="020B0604020202020204" pitchFamily="34" charset="0"/>
              </a:rPr>
              <a:t>In a library , books are arranged on shelves according to certain rules, and, guidelines to locate books are provided to users. A user aware of these guidelines can locate a book quite easily.</a:t>
            </a:r>
          </a:p>
          <a:p>
            <a:pPr eaLnBrk="1" hangingPunct="1">
              <a:lnSpc>
                <a:spcPct val="90000"/>
              </a:lnSpc>
            </a:pPr>
            <a:r>
              <a:rPr lang="en-US" altLang="en-US" dirty="0">
                <a:latin typeface="Arial" panose="020B0604020202020204" pitchFamily="34" charset="0"/>
              </a:rPr>
              <a:t> </a:t>
            </a:r>
          </a:p>
          <a:p>
            <a:pPr eaLnBrk="1" hangingPunct="1">
              <a:lnSpc>
                <a:spcPct val="90000"/>
              </a:lnSpc>
            </a:pPr>
            <a:r>
              <a:rPr lang="en-US" altLang="en-US" dirty="0">
                <a:latin typeface="Arial" panose="020B0604020202020204" pitchFamily="34" charset="0"/>
              </a:rPr>
              <a:t>In our discussion, the objects that we create of classes that implement Remote are like books. We need to put them in a place where a user can access them This place is the RMI registry. We name each of the objects we create and put the objects in the RMI registry. This process is called binding. Once an object is bound to this registry, a client can query this registry (known as looking up) for an object using the name of the object. The RMI registry is actually a naming service, in the sense that it locates objects bound to it and returns a reference to that object to any client that queries it. Having obtained the remote reference, the client can invoke methods on the remote object. Since the client always looks up the RMI registry for remote objects, it does not matter where the actual object is actually executing. This mechanism provides the location transparency that we talked about earlier. While looking up the client uses a simple URL formatted string to look up the object.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1EF309-A1E1-45D3-85AA-4813FF27AE5F}"/>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AFEBF06-542A-4168-8752-8B3D20285E10}"/>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F22A36E-EB05-4D1D-8789-FD13FD208ADC}"/>
              </a:ext>
            </a:extLst>
          </p:cNvPr>
          <p:cNvSpPr>
            <a:spLocks noGrp="1"/>
          </p:cNvSpPr>
          <p:nvPr>
            <p:ph type="dt" sz="half" idx="10"/>
          </p:nvPr>
        </p:nvSpPr>
        <p:spPr/>
        <p:txBody>
          <a:bodyPr/>
          <a:lstStyle/>
          <a:p>
            <a:fld id="{3C86B5C0-845C-45B7-A175-99FC4D1BB21A}" type="datetimeFigureOut">
              <a:rPr lang="en-US" smtClean="0"/>
              <a:t>9/20/2025</a:t>
            </a:fld>
            <a:endParaRPr lang="en-US"/>
          </a:p>
        </p:txBody>
      </p:sp>
      <p:sp>
        <p:nvSpPr>
          <p:cNvPr id="5" name="Footer Placeholder 4">
            <a:extLst>
              <a:ext uri="{FF2B5EF4-FFF2-40B4-BE49-F238E27FC236}">
                <a16:creationId xmlns:a16="http://schemas.microsoft.com/office/drawing/2014/main" id="{06F0B2C9-2A43-4D5A-97CD-4F189EDD55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548A3E-FD8F-419E-961A-71F86585D54E}"/>
              </a:ext>
            </a:extLst>
          </p:cNvPr>
          <p:cNvSpPr>
            <a:spLocks noGrp="1"/>
          </p:cNvSpPr>
          <p:nvPr>
            <p:ph type="sldNum" sz="quarter" idx="12"/>
          </p:nvPr>
        </p:nvSpPr>
        <p:spPr/>
        <p:txBody>
          <a:bodyPr/>
          <a:lstStyle/>
          <a:p>
            <a:fld id="{4522A4F7-3F22-48BC-8B34-5DE87CFB6203}" type="slidenum">
              <a:rPr lang="en-US" smtClean="0"/>
              <a:t>‹#›</a:t>
            </a:fld>
            <a:endParaRPr lang="en-US"/>
          </a:p>
        </p:txBody>
      </p:sp>
    </p:spTree>
    <p:extLst>
      <p:ext uri="{BB962C8B-B14F-4D97-AF65-F5344CB8AC3E}">
        <p14:creationId xmlns:p14="http://schemas.microsoft.com/office/powerpoint/2010/main" val="28175622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2D8DD3-9728-45DF-A716-658CAE1E2AE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5415131-0895-4EEE-B415-A6ABBDFF5DE1}"/>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A53F9FB-6CCD-488C-B8E7-F6304C4609DC}"/>
              </a:ext>
            </a:extLst>
          </p:cNvPr>
          <p:cNvSpPr>
            <a:spLocks noGrp="1"/>
          </p:cNvSpPr>
          <p:nvPr>
            <p:ph type="dt" sz="half" idx="10"/>
          </p:nvPr>
        </p:nvSpPr>
        <p:spPr/>
        <p:txBody>
          <a:bodyPr/>
          <a:lstStyle/>
          <a:p>
            <a:fld id="{3C86B5C0-845C-45B7-A175-99FC4D1BB21A}" type="datetimeFigureOut">
              <a:rPr lang="en-US" smtClean="0"/>
              <a:t>9/20/2025</a:t>
            </a:fld>
            <a:endParaRPr lang="en-US"/>
          </a:p>
        </p:txBody>
      </p:sp>
      <p:sp>
        <p:nvSpPr>
          <p:cNvPr id="5" name="Footer Placeholder 4">
            <a:extLst>
              <a:ext uri="{FF2B5EF4-FFF2-40B4-BE49-F238E27FC236}">
                <a16:creationId xmlns:a16="http://schemas.microsoft.com/office/drawing/2014/main" id="{1A0CD297-2B50-4A36-8EAB-D75E6DAB3EB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DDCDF7-468E-4074-B61D-03FE7AF26CD9}"/>
              </a:ext>
            </a:extLst>
          </p:cNvPr>
          <p:cNvSpPr>
            <a:spLocks noGrp="1"/>
          </p:cNvSpPr>
          <p:nvPr>
            <p:ph type="sldNum" sz="quarter" idx="12"/>
          </p:nvPr>
        </p:nvSpPr>
        <p:spPr/>
        <p:txBody>
          <a:bodyPr/>
          <a:lstStyle/>
          <a:p>
            <a:fld id="{4522A4F7-3F22-48BC-8B34-5DE87CFB6203}" type="slidenum">
              <a:rPr lang="en-US" smtClean="0"/>
              <a:t>‹#›</a:t>
            </a:fld>
            <a:endParaRPr lang="en-US"/>
          </a:p>
        </p:txBody>
      </p:sp>
    </p:spTree>
    <p:extLst>
      <p:ext uri="{BB962C8B-B14F-4D97-AF65-F5344CB8AC3E}">
        <p14:creationId xmlns:p14="http://schemas.microsoft.com/office/powerpoint/2010/main" val="225962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EF3C9A-AD96-4E25-BBA8-07B4AE6E434D}"/>
              </a:ext>
            </a:extLst>
          </p:cNvPr>
          <p:cNvSpPr>
            <a:spLocks noGrp="1"/>
          </p:cNvSpPr>
          <p:nvPr>
            <p:ph type="title"/>
          </p:nvPr>
        </p:nvSpPr>
        <p:spPr>
          <a:xfrm>
            <a:off x="623888" y="1709739"/>
            <a:ext cx="78867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39050CD-0139-451E-B7DA-163520C2EDBC}"/>
              </a:ext>
            </a:extLst>
          </p:cNvPr>
          <p:cNvSpPr>
            <a:spLocks noGrp="1"/>
          </p:cNvSpPr>
          <p:nvPr>
            <p:ph type="body" idx="1"/>
          </p:nvPr>
        </p:nvSpPr>
        <p:spPr>
          <a:xfrm>
            <a:off x="623888" y="4589464"/>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D16BA4F8-FA31-44FE-9083-B24DDC141908}"/>
              </a:ext>
            </a:extLst>
          </p:cNvPr>
          <p:cNvSpPr>
            <a:spLocks noGrp="1"/>
          </p:cNvSpPr>
          <p:nvPr>
            <p:ph type="dt" sz="half" idx="10"/>
          </p:nvPr>
        </p:nvSpPr>
        <p:spPr/>
        <p:txBody>
          <a:bodyPr/>
          <a:lstStyle/>
          <a:p>
            <a:fld id="{3C86B5C0-845C-45B7-A175-99FC4D1BB21A}" type="datetimeFigureOut">
              <a:rPr lang="en-US" smtClean="0"/>
              <a:t>9/20/2025</a:t>
            </a:fld>
            <a:endParaRPr lang="en-US"/>
          </a:p>
        </p:txBody>
      </p:sp>
      <p:sp>
        <p:nvSpPr>
          <p:cNvPr id="5" name="Footer Placeholder 4">
            <a:extLst>
              <a:ext uri="{FF2B5EF4-FFF2-40B4-BE49-F238E27FC236}">
                <a16:creationId xmlns:a16="http://schemas.microsoft.com/office/drawing/2014/main" id="{7FD8842E-437A-4F00-8DD7-B3312AC2D1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79EBF8F-C1FF-404F-AF47-73A1CB0DD56F}"/>
              </a:ext>
            </a:extLst>
          </p:cNvPr>
          <p:cNvSpPr>
            <a:spLocks noGrp="1"/>
          </p:cNvSpPr>
          <p:nvPr>
            <p:ph type="sldNum" sz="quarter" idx="12"/>
          </p:nvPr>
        </p:nvSpPr>
        <p:spPr/>
        <p:txBody>
          <a:bodyPr/>
          <a:lstStyle/>
          <a:p>
            <a:fld id="{4522A4F7-3F22-48BC-8B34-5DE87CFB6203}" type="slidenum">
              <a:rPr lang="en-US" smtClean="0"/>
              <a:t>‹#›</a:t>
            </a:fld>
            <a:endParaRPr lang="en-US"/>
          </a:p>
        </p:txBody>
      </p:sp>
    </p:spTree>
    <p:extLst>
      <p:ext uri="{BB962C8B-B14F-4D97-AF65-F5344CB8AC3E}">
        <p14:creationId xmlns:p14="http://schemas.microsoft.com/office/powerpoint/2010/main" val="20720940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17D7EE-3D35-478E-B226-71B88B54C32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732CCF0-C810-4E52-8137-71043FDDA82E}"/>
              </a:ext>
            </a:extLst>
          </p:cNvPr>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72F156A-C0B3-4C6E-8BF7-B60108A9B350}"/>
              </a:ext>
            </a:extLst>
          </p:cNvPr>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031BA6E-D856-4C62-9EBC-63F41FAA868C}"/>
              </a:ext>
            </a:extLst>
          </p:cNvPr>
          <p:cNvSpPr>
            <a:spLocks noGrp="1"/>
          </p:cNvSpPr>
          <p:nvPr>
            <p:ph type="dt" sz="half" idx="10"/>
          </p:nvPr>
        </p:nvSpPr>
        <p:spPr/>
        <p:txBody>
          <a:bodyPr/>
          <a:lstStyle/>
          <a:p>
            <a:fld id="{3C86B5C0-845C-45B7-A175-99FC4D1BB21A}" type="datetimeFigureOut">
              <a:rPr lang="en-US" smtClean="0"/>
              <a:t>9/20/2025</a:t>
            </a:fld>
            <a:endParaRPr lang="en-US"/>
          </a:p>
        </p:txBody>
      </p:sp>
      <p:sp>
        <p:nvSpPr>
          <p:cNvPr id="6" name="Footer Placeholder 5">
            <a:extLst>
              <a:ext uri="{FF2B5EF4-FFF2-40B4-BE49-F238E27FC236}">
                <a16:creationId xmlns:a16="http://schemas.microsoft.com/office/drawing/2014/main" id="{5CF69E5B-4BAA-407A-A535-6AB2999239C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CF80C98-5ED0-48C1-BFEB-F7A5FD1F9BF8}"/>
              </a:ext>
            </a:extLst>
          </p:cNvPr>
          <p:cNvSpPr>
            <a:spLocks noGrp="1"/>
          </p:cNvSpPr>
          <p:nvPr>
            <p:ph type="sldNum" sz="quarter" idx="12"/>
          </p:nvPr>
        </p:nvSpPr>
        <p:spPr/>
        <p:txBody>
          <a:bodyPr/>
          <a:lstStyle/>
          <a:p>
            <a:fld id="{4522A4F7-3F22-48BC-8B34-5DE87CFB6203}" type="slidenum">
              <a:rPr lang="en-US" smtClean="0"/>
              <a:t>‹#›</a:t>
            </a:fld>
            <a:endParaRPr lang="en-US"/>
          </a:p>
        </p:txBody>
      </p:sp>
    </p:spTree>
    <p:extLst>
      <p:ext uri="{BB962C8B-B14F-4D97-AF65-F5344CB8AC3E}">
        <p14:creationId xmlns:p14="http://schemas.microsoft.com/office/powerpoint/2010/main" val="2241571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CAE91-6BDA-4DA8-BBE5-DF52E170B51B}"/>
              </a:ext>
            </a:extLst>
          </p:cNvPr>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F4D4A47-8468-42BB-8AE2-995EA9B0DE0A}"/>
              </a:ext>
            </a:extLst>
          </p:cNvPr>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D1964A6A-DDDA-4048-ABF6-EA88EA4B7EE4}"/>
              </a:ext>
            </a:extLst>
          </p:cNvPr>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AB53B38-256F-4678-AB73-97DAC7B20912}"/>
              </a:ext>
            </a:extLst>
          </p:cNvPr>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2D25F464-E6CA-498F-951B-2D615FC31437}"/>
              </a:ext>
            </a:extLst>
          </p:cNvPr>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89AC689-48E7-4583-AEC0-35EEB259AA84}"/>
              </a:ext>
            </a:extLst>
          </p:cNvPr>
          <p:cNvSpPr>
            <a:spLocks noGrp="1"/>
          </p:cNvSpPr>
          <p:nvPr>
            <p:ph type="dt" sz="half" idx="10"/>
          </p:nvPr>
        </p:nvSpPr>
        <p:spPr/>
        <p:txBody>
          <a:bodyPr/>
          <a:lstStyle/>
          <a:p>
            <a:fld id="{3C86B5C0-845C-45B7-A175-99FC4D1BB21A}" type="datetimeFigureOut">
              <a:rPr lang="en-US" smtClean="0"/>
              <a:t>9/20/2025</a:t>
            </a:fld>
            <a:endParaRPr lang="en-US"/>
          </a:p>
        </p:txBody>
      </p:sp>
      <p:sp>
        <p:nvSpPr>
          <p:cNvPr id="8" name="Footer Placeholder 7">
            <a:extLst>
              <a:ext uri="{FF2B5EF4-FFF2-40B4-BE49-F238E27FC236}">
                <a16:creationId xmlns:a16="http://schemas.microsoft.com/office/drawing/2014/main" id="{75E90B0E-98B4-45CE-80C2-2F8C31E990E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DE127F2-7513-4EFD-92EF-2B3C044A23DE}"/>
              </a:ext>
            </a:extLst>
          </p:cNvPr>
          <p:cNvSpPr>
            <a:spLocks noGrp="1"/>
          </p:cNvSpPr>
          <p:nvPr>
            <p:ph type="sldNum" sz="quarter" idx="12"/>
          </p:nvPr>
        </p:nvSpPr>
        <p:spPr/>
        <p:txBody>
          <a:bodyPr/>
          <a:lstStyle/>
          <a:p>
            <a:fld id="{4522A4F7-3F22-48BC-8B34-5DE87CFB6203}" type="slidenum">
              <a:rPr lang="en-US" smtClean="0"/>
              <a:t>‹#›</a:t>
            </a:fld>
            <a:endParaRPr lang="en-US"/>
          </a:p>
        </p:txBody>
      </p:sp>
    </p:spTree>
    <p:extLst>
      <p:ext uri="{BB962C8B-B14F-4D97-AF65-F5344CB8AC3E}">
        <p14:creationId xmlns:p14="http://schemas.microsoft.com/office/powerpoint/2010/main" val="3439962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1B05D-0463-4F14-A414-8CD7AD93EE5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31B382D-6187-44DB-A6AC-16057BE12D74}"/>
              </a:ext>
            </a:extLst>
          </p:cNvPr>
          <p:cNvSpPr>
            <a:spLocks noGrp="1"/>
          </p:cNvSpPr>
          <p:nvPr>
            <p:ph type="dt" sz="half" idx="10"/>
          </p:nvPr>
        </p:nvSpPr>
        <p:spPr/>
        <p:txBody>
          <a:bodyPr/>
          <a:lstStyle/>
          <a:p>
            <a:fld id="{3C86B5C0-845C-45B7-A175-99FC4D1BB21A}" type="datetimeFigureOut">
              <a:rPr lang="en-US" smtClean="0"/>
              <a:t>9/20/2025</a:t>
            </a:fld>
            <a:endParaRPr lang="en-US"/>
          </a:p>
        </p:txBody>
      </p:sp>
      <p:sp>
        <p:nvSpPr>
          <p:cNvPr id="4" name="Footer Placeholder 3">
            <a:extLst>
              <a:ext uri="{FF2B5EF4-FFF2-40B4-BE49-F238E27FC236}">
                <a16:creationId xmlns:a16="http://schemas.microsoft.com/office/drawing/2014/main" id="{93670BF2-144F-457B-8D20-9043019085A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F42A2EA-7B58-4F54-AFF3-5263F1CBABAE}"/>
              </a:ext>
            </a:extLst>
          </p:cNvPr>
          <p:cNvSpPr>
            <a:spLocks noGrp="1"/>
          </p:cNvSpPr>
          <p:nvPr>
            <p:ph type="sldNum" sz="quarter" idx="12"/>
          </p:nvPr>
        </p:nvSpPr>
        <p:spPr/>
        <p:txBody>
          <a:bodyPr/>
          <a:lstStyle/>
          <a:p>
            <a:fld id="{4522A4F7-3F22-48BC-8B34-5DE87CFB6203}" type="slidenum">
              <a:rPr lang="en-US" smtClean="0"/>
              <a:t>‹#›</a:t>
            </a:fld>
            <a:endParaRPr lang="en-US"/>
          </a:p>
        </p:txBody>
      </p:sp>
    </p:spTree>
    <p:extLst>
      <p:ext uri="{BB962C8B-B14F-4D97-AF65-F5344CB8AC3E}">
        <p14:creationId xmlns:p14="http://schemas.microsoft.com/office/powerpoint/2010/main" val="20613181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A2F7EE1-3C84-4957-BF53-091C293B9B6C}"/>
              </a:ext>
            </a:extLst>
          </p:cNvPr>
          <p:cNvSpPr>
            <a:spLocks noGrp="1"/>
          </p:cNvSpPr>
          <p:nvPr>
            <p:ph type="dt" sz="half" idx="10"/>
          </p:nvPr>
        </p:nvSpPr>
        <p:spPr/>
        <p:txBody>
          <a:bodyPr/>
          <a:lstStyle/>
          <a:p>
            <a:fld id="{3C86B5C0-845C-45B7-A175-99FC4D1BB21A}" type="datetimeFigureOut">
              <a:rPr lang="en-US" smtClean="0"/>
              <a:t>9/20/2025</a:t>
            </a:fld>
            <a:endParaRPr lang="en-US"/>
          </a:p>
        </p:txBody>
      </p:sp>
      <p:sp>
        <p:nvSpPr>
          <p:cNvPr id="3" name="Footer Placeholder 2">
            <a:extLst>
              <a:ext uri="{FF2B5EF4-FFF2-40B4-BE49-F238E27FC236}">
                <a16:creationId xmlns:a16="http://schemas.microsoft.com/office/drawing/2014/main" id="{C6B2014B-ECE8-425A-AF0C-883185E7D0E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5BC19F2-F484-4033-B5EF-043C03D02218}"/>
              </a:ext>
            </a:extLst>
          </p:cNvPr>
          <p:cNvSpPr>
            <a:spLocks noGrp="1"/>
          </p:cNvSpPr>
          <p:nvPr>
            <p:ph type="sldNum" sz="quarter" idx="12"/>
          </p:nvPr>
        </p:nvSpPr>
        <p:spPr/>
        <p:txBody>
          <a:bodyPr/>
          <a:lstStyle/>
          <a:p>
            <a:fld id="{4522A4F7-3F22-48BC-8B34-5DE87CFB6203}" type="slidenum">
              <a:rPr lang="en-US" smtClean="0"/>
              <a:t>‹#›</a:t>
            </a:fld>
            <a:endParaRPr lang="en-US"/>
          </a:p>
        </p:txBody>
      </p:sp>
    </p:spTree>
    <p:extLst>
      <p:ext uri="{BB962C8B-B14F-4D97-AF65-F5344CB8AC3E}">
        <p14:creationId xmlns:p14="http://schemas.microsoft.com/office/powerpoint/2010/main" val="25885056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E19E6E-2751-4B3E-82D1-9A0628D1B2CB}"/>
              </a:ext>
            </a:extLst>
          </p:cNvPr>
          <p:cNvSpPr>
            <a:spLocks noGrp="1"/>
          </p:cNvSpPr>
          <p:nvPr>
            <p:ph type="title"/>
          </p:nvPr>
        </p:nvSpPr>
        <p:spPr>
          <a:xfrm>
            <a:off x="629841" y="457200"/>
            <a:ext cx="2949178"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F25B0A8-33BD-4491-B98E-77F34085800A}"/>
              </a:ext>
            </a:extLst>
          </p:cNvPr>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198AC5B-1993-495B-83C0-817C2BD57B54}"/>
              </a:ext>
            </a:extLst>
          </p:cNvPr>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FBA4F110-AC5F-48DC-BC27-E574A54BBDD8}"/>
              </a:ext>
            </a:extLst>
          </p:cNvPr>
          <p:cNvSpPr>
            <a:spLocks noGrp="1"/>
          </p:cNvSpPr>
          <p:nvPr>
            <p:ph type="dt" sz="half" idx="10"/>
          </p:nvPr>
        </p:nvSpPr>
        <p:spPr/>
        <p:txBody>
          <a:bodyPr/>
          <a:lstStyle/>
          <a:p>
            <a:fld id="{3C86B5C0-845C-45B7-A175-99FC4D1BB21A}" type="datetimeFigureOut">
              <a:rPr lang="en-US" smtClean="0"/>
              <a:t>9/20/2025</a:t>
            </a:fld>
            <a:endParaRPr lang="en-US"/>
          </a:p>
        </p:txBody>
      </p:sp>
      <p:sp>
        <p:nvSpPr>
          <p:cNvPr id="6" name="Footer Placeholder 5">
            <a:extLst>
              <a:ext uri="{FF2B5EF4-FFF2-40B4-BE49-F238E27FC236}">
                <a16:creationId xmlns:a16="http://schemas.microsoft.com/office/drawing/2014/main" id="{4AF22E93-70C0-4745-B94B-EFE4C5542CA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843259B-0858-40E2-9F80-12BE997084AF}"/>
              </a:ext>
            </a:extLst>
          </p:cNvPr>
          <p:cNvSpPr>
            <a:spLocks noGrp="1"/>
          </p:cNvSpPr>
          <p:nvPr>
            <p:ph type="sldNum" sz="quarter" idx="12"/>
          </p:nvPr>
        </p:nvSpPr>
        <p:spPr/>
        <p:txBody>
          <a:bodyPr/>
          <a:lstStyle/>
          <a:p>
            <a:fld id="{4522A4F7-3F22-48BC-8B34-5DE87CFB6203}" type="slidenum">
              <a:rPr lang="en-US" smtClean="0"/>
              <a:t>‹#›</a:t>
            </a:fld>
            <a:endParaRPr lang="en-US"/>
          </a:p>
        </p:txBody>
      </p:sp>
    </p:spTree>
    <p:extLst>
      <p:ext uri="{BB962C8B-B14F-4D97-AF65-F5344CB8AC3E}">
        <p14:creationId xmlns:p14="http://schemas.microsoft.com/office/powerpoint/2010/main" val="42276176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1C5659-71D5-4A9D-869F-C212052A2F19}"/>
              </a:ext>
            </a:extLst>
          </p:cNvPr>
          <p:cNvSpPr>
            <a:spLocks noGrp="1"/>
          </p:cNvSpPr>
          <p:nvPr>
            <p:ph type="title"/>
          </p:nvPr>
        </p:nvSpPr>
        <p:spPr>
          <a:xfrm>
            <a:off x="629841" y="457200"/>
            <a:ext cx="2949178"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A893049-5D07-407C-9527-7359B4FFE078}"/>
              </a:ext>
            </a:extLst>
          </p:cNvPr>
          <p:cNvSpPr>
            <a:spLocks noGrp="1"/>
          </p:cNvSpPr>
          <p:nvPr>
            <p:ph type="pic" idx="1"/>
          </p:nvPr>
        </p:nvSpPr>
        <p:spPr>
          <a:xfrm>
            <a:off x="3887391" y="987426"/>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6F0D5E9-9364-4164-8DD9-59F5EA8234BA}"/>
              </a:ext>
            </a:extLst>
          </p:cNvPr>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594440B8-7025-42C4-B7C4-3412A386B621}"/>
              </a:ext>
            </a:extLst>
          </p:cNvPr>
          <p:cNvSpPr>
            <a:spLocks noGrp="1"/>
          </p:cNvSpPr>
          <p:nvPr>
            <p:ph type="dt" sz="half" idx="10"/>
          </p:nvPr>
        </p:nvSpPr>
        <p:spPr/>
        <p:txBody>
          <a:bodyPr/>
          <a:lstStyle/>
          <a:p>
            <a:fld id="{3C86B5C0-845C-45B7-A175-99FC4D1BB21A}" type="datetimeFigureOut">
              <a:rPr lang="en-US" smtClean="0"/>
              <a:t>9/20/2025</a:t>
            </a:fld>
            <a:endParaRPr lang="en-US"/>
          </a:p>
        </p:txBody>
      </p:sp>
      <p:sp>
        <p:nvSpPr>
          <p:cNvPr id="6" name="Footer Placeholder 5">
            <a:extLst>
              <a:ext uri="{FF2B5EF4-FFF2-40B4-BE49-F238E27FC236}">
                <a16:creationId xmlns:a16="http://schemas.microsoft.com/office/drawing/2014/main" id="{400FA04A-4095-4868-90E4-252975D754B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641A0A9-73EB-4826-8B56-E8FDD6838A27}"/>
              </a:ext>
            </a:extLst>
          </p:cNvPr>
          <p:cNvSpPr>
            <a:spLocks noGrp="1"/>
          </p:cNvSpPr>
          <p:nvPr>
            <p:ph type="sldNum" sz="quarter" idx="12"/>
          </p:nvPr>
        </p:nvSpPr>
        <p:spPr/>
        <p:txBody>
          <a:bodyPr/>
          <a:lstStyle/>
          <a:p>
            <a:fld id="{4522A4F7-3F22-48BC-8B34-5DE87CFB6203}" type="slidenum">
              <a:rPr lang="en-US" smtClean="0"/>
              <a:t>‹#›</a:t>
            </a:fld>
            <a:endParaRPr lang="en-US"/>
          </a:p>
        </p:txBody>
      </p:sp>
    </p:spTree>
    <p:extLst>
      <p:ext uri="{BB962C8B-B14F-4D97-AF65-F5344CB8AC3E}">
        <p14:creationId xmlns:p14="http://schemas.microsoft.com/office/powerpoint/2010/main" val="22604171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473C94-0B5C-4137-B20D-7591252EAE1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614684F-1D90-4B86-BEC2-DFD08033C849}"/>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BBCD747-8F06-43F1-B8A9-D59A2EA95303}"/>
              </a:ext>
            </a:extLst>
          </p:cNvPr>
          <p:cNvSpPr>
            <a:spLocks noGrp="1"/>
          </p:cNvSpPr>
          <p:nvPr>
            <p:ph type="dt" sz="half" idx="10"/>
          </p:nvPr>
        </p:nvSpPr>
        <p:spPr/>
        <p:txBody>
          <a:bodyPr/>
          <a:lstStyle/>
          <a:p>
            <a:fld id="{3C86B5C0-845C-45B7-A175-99FC4D1BB21A}" type="datetimeFigureOut">
              <a:rPr lang="en-US" smtClean="0"/>
              <a:t>9/20/2025</a:t>
            </a:fld>
            <a:endParaRPr lang="en-US"/>
          </a:p>
        </p:txBody>
      </p:sp>
      <p:sp>
        <p:nvSpPr>
          <p:cNvPr id="5" name="Footer Placeholder 4">
            <a:extLst>
              <a:ext uri="{FF2B5EF4-FFF2-40B4-BE49-F238E27FC236}">
                <a16:creationId xmlns:a16="http://schemas.microsoft.com/office/drawing/2014/main" id="{784900C0-A409-4D74-8427-63303D9BD88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27C4C7B-6AFA-4CE0-9E14-55CE517AFD54}"/>
              </a:ext>
            </a:extLst>
          </p:cNvPr>
          <p:cNvSpPr>
            <a:spLocks noGrp="1"/>
          </p:cNvSpPr>
          <p:nvPr>
            <p:ph type="sldNum" sz="quarter" idx="12"/>
          </p:nvPr>
        </p:nvSpPr>
        <p:spPr/>
        <p:txBody>
          <a:bodyPr/>
          <a:lstStyle/>
          <a:p>
            <a:fld id="{4522A4F7-3F22-48BC-8B34-5DE87CFB6203}" type="slidenum">
              <a:rPr lang="en-US" smtClean="0"/>
              <a:t>‹#›</a:t>
            </a:fld>
            <a:endParaRPr lang="en-US"/>
          </a:p>
        </p:txBody>
      </p:sp>
    </p:spTree>
    <p:extLst>
      <p:ext uri="{BB962C8B-B14F-4D97-AF65-F5344CB8AC3E}">
        <p14:creationId xmlns:p14="http://schemas.microsoft.com/office/powerpoint/2010/main" val="4623907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68F666C-A6BB-4B25-BC98-CD092790A727}"/>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FCF97F3-DEC2-4263-B48D-B5AC12C8C5DC}"/>
              </a:ext>
            </a:extLst>
          </p:cNvPr>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2A982F-AA8D-4E74-98F7-DD068CA29C22}"/>
              </a:ext>
            </a:extLst>
          </p:cNvPr>
          <p:cNvSpPr>
            <a:spLocks noGrp="1"/>
          </p:cNvSpPr>
          <p:nvPr>
            <p:ph type="dt" sz="half" idx="10"/>
          </p:nvPr>
        </p:nvSpPr>
        <p:spPr/>
        <p:txBody>
          <a:bodyPr/>
          <a:lstStyle/>
          <a:p>
            <a:fld id="{3C86B5C0-845C-45B7-A175-99FC4D1BB21A}" type="datetimeFigureOut">
              <a:rPr lang="en-US" smtClean="0"/>
              <a:t>9/20/2025</a:t>
            </a:fld>
            <a:endParaRPr lang="en-US"/>
          </a:p>
        </p:txBody>
      </p:sp>
      <p:sp>
        <p:nvSpPr>
          <p:cNvPr id="5" name="Footer Placeholder 4">
            <a:extLst>
              <a:ext uri="{FF2B5EF4-FFF2-40B4-BE49-F238E27FC236}">
                <a16:creationId xmlns:a16="http://schemas.microsoft.com/office/drawing/2014/main" id="{B7C6F1F0-C925-4D53-88E6-62D9A874A8A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2DD960D-0890-4A75-92D6-214C499CD8E0}"/>
              </a:ext>
            </a:extLst>
          </p:cNvPr>
          <p:cNvSpPr>
            <a:spLocks noGrp="1"/>
          </p:cNvSpPr>
          <p:nvPr>
            <p:ph type="sldNum" sz="quarter" idx="12"/>
          </p:nvPr>
        </p:nvSpPr>
        <p:spPr/>
        <p:txBody>
          <a:bodyPr/>
          <a:lstStyle/>
          <a:p>
            <a:fld id="{4522A4F7-3F22-48BC-8B34-5DE87CFB6203}" type="slidenum">
              <a:rPr lang="en-US" smtClean="0"/>
              <a:t>‹#›</a:t>
            </a:fld>
            <a:endParaRPr lang="en-US"/>
          </a:p>
        </p:txBody>
      </p:sp>
    </p:spTree>
    <p:extLst>
      <p:ext uri="{BB962C8B-B14F-4D97-AF65-F5344CB8AC3E}">
        <p14:creationId xmlns:p14="http://schemas.microsoft.com/office/powerpoint/2010/main" val="23064514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224BBD4-4981-4B7C-B651-00468D9A70E8}"/>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1DF44EE-482B-4645-8D73-412ED834B633}"/>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D6F0DE5-8FEA-4364-9F47-1ADBBD5EBFA2}"/>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C86B5C0-845C-45B7-A175-99FC4D1BB21A}" type="datetimeFigureOut">
              <a:rPr lang="en-US" smtClean="0"/>
              <a:t>9/20/2025</a:t>
            </a:fld>
            <a:endParaRPr lang="en-US"/>
          </a:p>
        </p:txBody>
      </p:sp>
      <p:sp>
        <p:nvSpPr>
          <p:cNvPr id="5" name="Footer Placeholder 4">
            <a:extLst>
              <a:ext uri="{FF2B5EF4-FFF2-40B4-BE49-F238E27FC236}">
                <a16:creationId xmlns:a16="http://schemas.microsoft.com/office/drawing/2014/main" id="{B7573F11-5B2A-43B9-8024-387063EE8B99}"/>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6DA4BB1-A9B9-4AC3-A12B-B76C25C6C6BD}"/>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522A4F7-3F22-48BC-8B34-5DE87CFB6203}" type="slidenum">
              <a:rPr lang="en-US" smtClean="0"/>
              <a:t>‹#›</a:t>
            </a:fld>
            <a:endParaRPr lang="en-US"/>
          </a:p>
        </p:txBody>
      </p:sp>
    </p:spTree>
    <p:extLst>
      <p:ext uri="{BB962C8B-B14F-4D97-AF65-F5344CB8AC3E}">
        <p14:creationId xmlns:p14="http://schemas.microsoft.com/office/powerpoint/2010/main" val="22334000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21B470-DA3D-49D9-B79B-B93761159AC7}"/>
              </a:ext>
            </a:extLst>
          </p:cNvPr>
          <p:cNvSpPr>
            <a:spLocks noGrp="1"/>
          </p:cNvSpPr>
          <p:nvPr>
            <p:ph type="ctrTitle"/>
          </p:nvPr>
        </p:nvSpPr>
        <p:spPr/>
        <p:txBody>
          <a:bodyPr/>
          <a:lstStyle/>
          <a:p>
            <a:r>
              <a:rPr lang="en-US" dirty="0">
                <a:solidFill>
                  <a:srgbClr val="FF0000"/>
                </a:solidFill>
              </a:rPr>
              <a:t>Object-Oriented Middleware</a:t>
            </a:r>
          </a:p>
        </p:txBody>
      </p:sp>
      <p:sp>
        <p:nvSpPr>
          <p:cNvPr id="3" name="Subtitle 2">
            <a:extLst>
              <a:ext uri="{FF2B5EF4-FFF2-40B4-BE49-F238E27FC236}">
                <a16:creationId xmlns:a16="http://schemas.microsoft.com/office/drawing/2014/main" id="{B203F6EB-04E9-47DD-B312-1A92DFEFC000}"/>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42079378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Title 1">
            <a:extLst>
              <a:ext uri="{FF2B5EF4-FFF2-40B4-BE49-F238E27FC236}">
                <a16:creationId xmlns:a16="http://schemas.microsoft.com/office/drawing/2014/main" id="{12DE9826-CF85-4F6D-B51B-DEFF3D7965D1}"/>
              </a:ext>
            </a:extLst>
          </p:cNvPr>
          <p:cNvSpPr>
            <a:spLocks noGrp="1"/>
          </p:cNvSpPr>
          <p:nvPr>
            <p:ph type="title"/>
          </p:nvPr>
        </p:nvSpPr>
        <p:spPr/>
        <p:txBody>
          <a:bodyPr/>
          <a:lstStyle/>
          <a:p>
            <a:r>
              <a:rPr lang="en-US" altLang="en-US" dirty="0">
                <a:solidFill>
                  <a:srgbClr val="FF0000"/>
                </a:solidFill>
              </a:rPr>
              <a:t>“naïve” RPC vs. OO middleware</a:t>
            </a:r>
          </a:p>
        </p:txBody>
      </p:sp>
      <p:sp>
        <p:nvSpPr>
          <p:cNvPr id="38914" name="Content Placeholder 2">
            <a:extLst>
              <a:ext uri="{FF2B5EF4-FFF2-40B4-BE49-F238E27FC236}">
                <a16:creationId xmlns:a16="http://schemas.microsoft.com/office/drawing/2014/main" id="{FE438617-BAD3-4F1B-9B77-F0F055B537AA}"/>
              </a:ext>
            </a:extLst>
          </p:cNvPr>
          <p:cNvSpPr>
            <a:spLocks noGrp="1"/>
          </p:cNvSpPr>
          <p:nvPr>
            <p:ph idx="1"/>
          </p:nvPr>
        </p:nvSpPr>
        <p:spPr>
          <a:xfrm>
            <a:off x="628650" y="1825625"/>
            <a:ext cx="7886700" cy="4807650"/>
          </a:xfrm>
        </p:spPr>
        <p:txBody>
          <a:bodyPr>
            <a:normAutofit fontScale="70000" lnSpcReduction="20000"/>
          </a:bodyPr>
          <a:lstStyle/>
          <a:p>
            <a:r>
              <a:rPr lang="en-US" altLang="en-US" sz="4000" dirty="0"/>
              <a:t>“Naïve” RPC call example:</a:t>
            </a:r>
          </a:p>
          <a:p>
            <a:pPr marL="342900" lvl="1" indent="-342900">
              <a:buFont typeface="Arial" panose="020B0604020202020204" pitchFamily="34" charset="0"/>
              <a:buNone/>
            </a:pPr>
            <a:r>
              <a:rPr lang="en-US" altLang="en-US" sz="3400" dirty="0">
                <a:latin typeface="Courier New" panose="02070309020205020404" pitchFamily="49" charset="0"/>
                <a:cs typeface="Courier New" panose="02070309020205020404" pitchFamily="49" charset="0"/>
              </a:rPr>
              <a:t>	</a:t>
            </a:r>
            <a:r>
              <a:rPr lang="en-US" altLang="en-US" sz="2300" dirty="0">
                <a:latin typeface="Courier New" panose="02070309020205020404" pitchFamily="49" charset="0"/>
                <a:cs typeface="Courier New" panose="02070309020205020404" pitchFamily="49" charset="0"/>
              </a:rPr>
              <a:t>Call Debit(012345678, 100);</a:t>
            </a:r>
          </a:p>
          <a:p>
            <a:endParaRPr lang="en-US" altLang="en-US" sz="4000" dirty="0"/>
          </a:p>
          <a:p>
            <a:r>
              <a:rPr lang="en-US" altLang="en-US" sz="4000" dirty="0"/>
              <a:t>OO example:</a:t>
            </a:r>
          </a:p>
          <a:p>
            <a:pPr marL="342900" lvl="1" indent="-342900">
              <a:buFont typeface="Arial" panose="020B0604020202020204" pitchFamily="34" charset="0"/>
              <a:buNone/>
            </a:pPr>
            <a:r>
              <a:rPr lang="en-US" altLang="en-US" sz="2300" dirty="0">
                <a:latin typeface="Courier New" panose="02070309020205020404" pitchFamily="49" charset="0"/>
                <a:cs typeface="Courier New" panose="02070309020205020404" pitchFamily="49" charset="0"/>
              </a:rPr>
              <a:t>Call </a:t>
            </a:r>
            <a:r>
              <a:rPr lang="en-US" altLang="en-US" sz="2300" dirty="0" err="1">
                <a:latin typeface="Courier New" panose="02070309020205020404" pitchFamily="49" charset="0"/>
                <a:cs typeface="Courier New" panose="02070309020205020404" pitchFamily="49" charset="0"/>
              </a:rPr>
              <a:t>AccountSet.GetAccount</a:t>
            </a:r>
            <a:r>
              <a:rPr lang="en-US" altLang="en-US" sz="2300" dirty="0">
                <a:latin typeface="Courier New" panose="02070309020205020404" pitchFamily="49" charset="0"/>
                <a:cs typeface="Courier New" panose="02070309020205020404" pitchFamily="49" charset="0"/>
              </a:rPr>
              <a:t>(012345678, 100) return </a:t>
            </a:r>
            <a:r>
              <a:rPr lang="en-US" altLang="en-US" sz="2300" dirty="0" err="1">
                <a:latin typeface="Courier New" panose="02070309020205020404" pitchFamily="49" charset="0"/>
                <a:cs typeface="Courier New" panose="02070309020205020404" pitchFamily="49" charset="0"/>
              </a:rPr>
              <a:t>acctRef</a:t>
            </a:r>
            <a:r>
              <a:rPr lang="en-US" altLang="en-US" sz="2300" dirty="0">
                <a:latin typeface="Courier New" panose="02070309020205020404" pitchFamily="49" charset="0"/>
                <a:cs typeface="Courier New" panose="02070309020205020404" pitchFamily="49" charset="0"/>
              </a:rPr>
              <a:t>;</a:t>
            </a:r>
          </a:p>
          <a:p>
            <a:pPr marL="342900" lvl="1" indent="-342900">
              <a:buFont typeface="Arial" panose="020B0604020202020204" pitchFamily="34" charset="0"/>
              <a:buNone/>
            </a:pPr>
            <a:r>
              <a:rPr lang="en-US" altLang="en-US" sz="2300" dirty="0">
                <a:latin typeface="Courier New" panose="02070309020205020404" pitchFamily="49" charset="0"/>
                <a:cs typeface="Courier New" panose="02070309020205020404" pitchFamily="49" charset="0"/>
              </a:rPr>
              <a:t>Call </a:t>
            </a:r>
            <a:r>
              <a:rPr lang="en-US" altLang="en-US" sz="2300" dirty="0" err="1">
                <a:latin typeface="Courier New" panose="02070309020205020404" pitchFamily="49" charset="0"/>
                <a:cs typeface="Courier New" panose="02070309020205020404" pitchFamily="49" charset="0"/>
              </a:rPr>
              <a:t>acctRef.Debit</a:t>
            </a:r>
            <a:r>
              <a:rPr lang="en-US" altLang="en-US" sz="2300" dirty="0">
                <a:latin typeface="Courier New" panose="02070309020205020404" pitchFamily="49" charset="0"/>
                <a:cs typeface="Courier New" panose="02070309020205020404" pitchFamily="49" charset="0"/>
              </a:rPr>
              <a:t>(100);</a:t>
            </a:r>
            <a:endParaRPr lang="en-US" altLang="en-US" sz="2300" dirty="0"/>
          </a:p>
          <a:p>
            <a:endParaRPr lang="en-US" altLang="en-US" sz="4000" dirty="0"/>
          </a:p>
          <a:p>
            <a:r>
              <a:rPr lang="en-US" altLang="en-US" sz="4000" dirty="0"/>
              <a:t>Common OO usage</a:t>
            </a:r>
          </a:p>
          <a:p>
            <a:pPr marL="342900" lvl="1" indent="-342900">
              <a:buFont typeface="Arial" panose="020B0604020202020204" pitchFamily="34" charset="0"/>
              <a:buNone/>
            </a:pPr>
            <a:r>
              <a:rPr lang="en-US" altLang="en-US" sz="2300" dirty="0">
                <a:latin typeface="Courier New" panose="02070309020205020404" pitchFamily="49" charset="0"/>
                <a:cs typeface="Courier New" panose="02070309020205020404" pitchFamily="49" charset="0"/>
              </a:rPr>
              <a:t>Call </a:t>
            </a:r>
            <a:r>
              <a:rPr lang="en-US" altLang="en-US" sz="2300" dirty="0" err="1">
                <a:latin typeface="Courier New" panose="02070309020205020404" pitchFamily="49" charset="0"/>
                <a:cs typeface="Courier New" panose="02070309020205020404" pitchFamily="49" charset="0"/>
              </a:rPr>
              <a:t>AccountSet.GetAccount</a:t>
            </a:r>
            <a:r>
              <a:rPr lang="en-US" altLang="en-US" sz="2300" dirty="0">
                <a:latin typeface="Courier New" panose="02070309020205020404" pitchFamily="49" charset="0"/>
                <a:cs typeface="Courier New" panose="02070309020205020404" pitchFamily="49" charset="0"/>
              </a:rPr>
              <a:t>(012345678, 100) return </a:t>
            </a:r>
            <a:r>
              <a:rPr lang="en-US" altLang="en-US" sz="2300" dirty="0" err="1">
                <a:latin typeface="Courier New" panose="02070309020205020404" pitchFamily="49" charset="0"/>
                <a:cs typeface="Courier New" panose="02070309020205020404" pitchFamily="49" charset="0"/>
              </a:rPr>
              <a:t>acctRef</a:t>
            </a:r>
            <a:r>
              <a:rPr lang="en-US" altLang="en-US" sz="2300" dirty="0">
                <a:latin typeface="Courier New" panose="02070309020205020404" pitchFamily="49" charset="0"/>
                <a:cs typeface="Courier New" panose="02070309020205020404" pitchFamily="49" charset="0"/>
              </a:rPr>
              <a:t>;</a:t>
            </a:r>
          </a:p>
          <a:p>
            <a:pPr marL="342900" lvl="1" indent="-342900">
              <a:buFont typeface="Arial" panose="020B0604020202020204" pitchFamily="34" charset="0"/>
              <a:buNone/>
            </a:pPr>
            <a:r>
              <a:rPr lang="en-US" altLang="en-US" sz="2300" dirty="0">
                <a:latin typeface="Courier New" panose="02070309020205020404" pitchFamily="49" charset="0"/>
                <a:cs typeface="Courier New" panose="02070309020205020404" pitchFamily="49" charset="0"/>
              </a:rPr>
              <a:t>Call </a:t>
            </a:r>
            <a:r>
              <a:rPr lang="en-US" altLang="en-US" sz="2300" dirty="0" err="1">
                <a:latin typeface="Courier New" panose="02070309020205020404" pitchFamily="49" charset="0"/>
                <a:cs typeface="Courier New" panose="02070309020205020404" pitchFamily="49" charset="0"/>
              </a:rPr>
              <a:t>acctRef.GetNameAndBalance</a:t>
            </a:r>
            <a:r>
              <a:rPr lang="en-US" altLang="en-US" sz="2300" dirty="0">
                <a:latin typeface="Courier New" panose="02070309020205020404" pitchFamily="49" charset="0"/>
                <a:cs typeface="Courier New" panose="02070309020205020404" pitchFamily="49" charset="0"/>
              </a:rPr>
              <a:t>(…);</a:t>
            </a:r>
          </a:p>
          <a:p>
            <a:pPr marL="342900" lvl="1" indent="-342900">
              <a:buFont typeface="Arial" panose="020B0604020202020204" pitchFamily="34" charset="0"/>
              <a:buNone/>
            </a:pPr>
            <a:r>
              <a:rPr lang="en-US" altLang="en-US" sz="2300" dirty="0">
                <a:latin typeface="Courier New" panose="02070309020205020404" pitchFamily="49" charset="0"/>
                <a:cs typeface="Courier New" panose="02070309020205020404" pitchFamily="49" charset="0"/>
              </a:rPr>
              <a:t>Call </a:t>
            </a:r>
            <a:r>
              <a:rPr lang="en-US" altLang="en-US" sz="2300" dirty="0" err="1">
                <a:latin typeface="Courier New" panose="02070309020205020404" pitchFamily="49" charset="0"/>
                <a:cs typeface="Courier New" panose="02070309020205020404" pitchFamily="49" charset="0"/>
              </a:rPr>
              <a:t>acctRef.Debit</a:t>
            </a:r>
            <a:r>
              <a:rPr lang="en-US" altLang="en-US" sz="2300" dirty="0">
                <a:latin typeface="Courier New" panose="02070309020205020404" pitchFamily="49" charset="0"/>
                <a:cs typeface="Courier New" panose="02070309020205020404" pitchFamily="49" charset="0"/>
              </a:rPr>
              <a:t>(100);</a:t>
            </a:r>
            <a:endParaRPr lang="en-US" altLang="en-US" sz="2300" dirty="0"/>
          </a:p>
          <a:p>
            <a:pPr>
              <a:buFont typeface="Arial" panose="020B0604020202020204" pitchFamily="34" charset="0"/>
              <a:buNone/>
            </a:pPr>
            <a:endParaRPr lang="en-US" altLang="en-US" dirty="0"/>
          </a:p>
          <a:p>
            <a:pPr marL="342900" lvl="1" indent="-342900">
              <a:buFont typeface="Arial" panose="020B0604020202020204" pitchFamily="34" charset="0"/>
              <a:buNone/>
            </a:pPr>
            <a:endParaRPr lang="en-US" altLang="en-US" dirty="0"/>
          </a:p>
          <a:p>
            <a:pPr marL="342900" lvl="1" indent="-342900">
              <a:buFont typeface="Arial" panose="020B0604020202020204" pitchFamily="34" charset="0"/>
              <a:buNone/>
            </a:pPr>
            <a:endParaRPr lang="en-US" altLang="en-US" dirty="0"/>
          </a:p>
          <a:p>
            <a:pPr marL="342900" lvl="1" indent="-342900">
              <a:buFont typeface="Arial" panose="020B0604020202020204" pitchFamily="34" charset="0"/>
              <a:buNone/>
            </a:pPr>
            <a:r>
              <a:rPr lang="en-US" altLang="en-US" dirty="0"/>
              <a:t> </a:t>
            </a:r>
          </a:p>
          <a:p>
            <a:pPr marL="342900" lvl="1" indent="-342900">
              <a:buFont typeface="Arial" panose="020B0604020202020204" pitchFamily="34" charset="0"/>
              <a:buNone/>
            </a:pPr>
            <a:endParaRPr lang="en-US" altLang="en-US" dirty="0"/>
          </a:p>
        </p:txBody>
      </p:sp>
    </p:spTree>
    <p:extLst>
      <p:ext uri="{BB962C8B-B14F-4D97-AF65-F5344CB8AC3E}">
        <p14:creationId xmlns:p14="http://schemas.microsoft.com/office/powerpoint/2010/main" val="21164308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Title 1">
            <a:extLst>
              <a:ext uri="{FF2B5EF4-FFF2-40B4-BE49-F238E27FC236}">
                <a16:creationId xmlns:a16="http://schemas.microsoft.com/office/drawing/2014/main" id="{E6BDBEEE-0415-43E8-AEEB-053813B97FC3}"/>
              </a:ext>
            </a:extLst>
          </p:cNvPr>
          <p:cNvSpPr>
            <a:spLocks noGrp="1"/>
          </p:cNvSpPr>
          <p:nvPr>
            <p:ph type="title"/>
          </p:nvPr>
        </p:nvSpPr>
        <p:spPr>
          <a:xfrm>
            <a:off x="628650" y="318631"/>
            <a:ext cx="7886700" cy="983227"/>
          </a:xfrm>
        </p:spPr>
        <p:txBody>
          <a:bodyPr/>
          <a:lstStyle/>
          <a:p>
            <a:r>
              <a:rPr lang="en-US" altLang="en-US" dirty="0">
                <a:solidFill>
                  <a:srgbClr val="FF0000"/>
                </a:solidFill>
              </a:rPr>
              <a:t>Object-Oriented Middleware</a:t>
            </a:r>
          </a:p>
        </p:txBody>
      </p:sp>
      <p:sp>
        <p:nvSpPr>
          <p:cNvPr id="2" name="Content Placeholder 1"/>
          <p:cNvSpPr>
            <a:spLocks noGrp="1"/>
          </p:cNvSpPr>
          <p:nvPr>
            <p:ph idx="1"/>
          </p:nvPr>
        </p:nvSpPr>
        <p:spPr>
          <a:xfrm>
            <a:off x="258344" y="1828060"/>
            <a:ext cx="8627312" cy="4351338"/>
          </a:xfrm>
        </p:spPr>
        <p:txBody>
          <a:bodyPr>
            <a:normAutofit/>
          </a:bodyPr>
          <a:lstStyle/>
          <a:p>
            <a:r>
              <a:rPr lang="en-US" altLang="en-US" dirty="0"/>
              <a:t>Why use OO middleware?  Isn’t RPC simpler?</a:t>
            </a:r>
          </a:p>
          <a:p>
            <a:pPr lvl="1">
              <a:buFontTx/>
              <a:buAutoNum type="arabicParenR"/>
            </a:pPr>
            <a:r>
              <a:rPr lang="en-US" altLang="en-US" dirty="0"/>
              <a:t> Most software these days is designed as OO.</a:t>
            </a:r>
          </a:p>
          <a:p>
            <a:pPr lvl="1">
              <a:buFontTx/>
              <a:buAutoNum type="arabicParenR"/>
            </a:pPr>
            <a:r>
              <a:rPr lang="en-US" altLang="en-US" dirty="0"/>
              <a:t> The advantages of polymorphism – replace components behind the interface. </a:t>
            </a:r>
            <a:endParaRPr lang="en-GB" altLang="en-US" dirty="0"/>
          </a:p>
          <a:p>
            <a:pPr>
              <a:buFont typeface="Wingdings 2" panose="05020102010507070707" pitchFamily="18" charset="2"/>
              <a:buChar char="Ó"/>
            </a:pPr>
            <a:endParaRPr lang="en-GB" altLang="en-US" dirty="0"/>
          </a:p>
          <a:p>
            <a:pPr>
              <a:buFont typeface="Wingdings 2" panose="05020102010507070707" pitchFamily="18" charset="2"/>
              <a:buChar char="Ó"/>
            </a:pPr>
            <a:r>
              <a:rPr lang="en-GB" altLang="en-US" dirty="0"/>
              <a:t>RPC paradigm is not object-oriented</a:t>
            </a:r>
          </a:p>
          <a:p>
            <a:pPr lvl="1">
              <a:buFontTx/>
              <a:buChar char="•"/>
            </a:pPr>
            <a:r>
              <a:rPr lang="en-GB" altLang="en-US" dirty="0"/>
              <a:t>invoke functions on servers as opposed to methods on objects</a:t>
            </a:r>
          </a:p>
          <a:p>
            <a:pPr lvl="1">
              <a:buFontTx/>
              <a:buChar char="•"/>
            </a:pPr>
            <a:endParaRPr lang="en-GB" altLang="en-US" dirty="0"/>
          </a:p>
          <a:p>
            <a:pPr>
              <a:buFontTx/>
              <a:buChar char="•"/>
            </a:pPr>
            <a:r>
              <a:rPr lang="en-US" altLang="en-US" dirty="0"/>
              <a:t>With OO middleware, objects can be invoked in a compiled run-time environment or an interpreted one.</a:t>
            </a:r>
          </a:p>
          <a:p>
            <a:pPr>
              <a:buFontTx/>
              <a:buChar char="•"/>
            </a:pPr>
            <a:endParaRPr lang="en-US" altLang="en-US" dirty="0"/>
          </a:p>
          <a:p>
            <a:endParaRPr lang="en-US" dirty="0"/>
          </a:p>
        </p:txBody>
      </p:sp>
    </p:spTree>
    <p:extLst>
      <p:ext uri="{BB962C8B-B14F-4D97-AF65-F5344CB8AC3E}">
        <p14:creationId xmlns:p14="http://schemas.microsoft.com/office/powerpoint/2010/main" val="3716514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6850" name="Rectangle 2">
            <a:extLst>
              <a:ext uri="{FF2B5EF4-FFF2-40B4-BE49-F238E27FC236}">
                <a16:creationId xmlns:a16="http://schemas.microsoft.com/office/drawing/2014/main" id="{107EC249-AED3-4602-8162-60426954824B}"/>
              </a:ext>
            </a:extLst>
          </p:cNvPr>
          <p:cNvSpPr>
            <a:spLocks noGrp="1" noChangeArrowheads="1"/>
          </p:cNvSpPr>
          <p:nvPr>
            <p:ph type="title"/>
          </p:nvPr>
        </p:nvSpPr>
        <p:spPr>
          <a:xfrm>
            <a:off x="628650" y="365127"/>
            <a:ext cx="7886700" cy="930274"/>
          </a:xfrm>
        </p:spPr>
        <p:txBody>
          <a:bodyPr/>
          <a:lstStyle/>
          <a:p>
            <a:r>
              <a:rPr lang="en-US" altLang="en-US" dirty="0">
                <a:solidFill>
                  <a:srgbClr val="FF0000"/>
                </a:solidFill>
              </a:rPr>
              <a:t>Objects</a:t>
            </a:r>
          </a:p>
        </p:txBody>
      </p:sp>
      <p:sp>
        <p:nvSpPr>
          <p:cNvPr id="206851" name="Rectangle 3">
            <a:extLst>
              <a:ext uri="{FF2B5EF4-FFF2-40B4-BE49-F238E27FC236}">
                <a16:creationId xmlns:a16="http://schemas.microsoft.com/office/drawing/2014/main" id="{BF4DD3B1-9CFA-4D4D-84C3-FF12D62C18E3}"/>
              </a:ext>
            </a:extLst>
          </p:cNvPr>
          <p:cNvSpPr>
            <a:spLocks noGrp="1" noChangeArrowheads="1"/>
          </p:cNvSpPr>
          <p:nvPr>
            <p:ph type="body" idx="1"/>
          </p:nvPr>
        </p:nvSpPr>
        <p:spPr>
          <a:xfrm>
            <a:off x="247973" y="1713854"/>
            <a:ext cx="8671947" cy="4724400"/>
          </a:xfrm>
        </p:spPr>
        <p:txBody>
          <a:bodyPr/>
          <a:lstStyle/>
          <a:p>
            <a:pPr>
              <a:lnSpc>
                <a:spcPct val="90000"/>
              </a:lnSpc>
            </a:pPr>
            <a:r>
              <a:rPr lang="en-US" altLang="en-US" dirty="0"/>
              <a:t>Object encapsulates data, the </a:t>
            </a:r>
            <a:r>
              <a:rPr lang="en-US" altLang="en-US" b="1" dirty="0">
                <a:solidFill>
                  <a:schemeClr val="accent2"/>
                </a:solidFill>
              </a:rPr>
              <a:t>state</a:t>
            </a:r>
            <a:endParaRPr lang="en-US" altLang="en-US" dirty="0"/>
          </a:p>
          <a:p>
            <a:pPr>
              <a:lnSpc>
                <a:spcPct val="90000"/>
              </a:lnSpc>
            </a:pPr>
            <a:endParaRPr lang="en-US" altLang="en-US" dirty="0"/>
          </a:p>
          <a:p>
            <a:pPr>
              <a:lnSpc>
                <a:spcPct val="90000"/>
              </a:lnSpc>
            </a:pPr>
            <a:r>
              <a:rPr lang="en-US" altLang="en-US" dirty="0"/>
              <a:t>Object encapsulated </a:t>
            </a:r>
            <a:r>
              <a:rPr lang="en-US" altLang="en-US" b="1" dirty="0">
                <a:solidFill>
                  <a:schemeClr val="accent2"/>
                </a:solidFill>
              </a:rPr>
              <a:t>methods</a:t>
            </a:r>
            <a:r>
              <a:rPr lang="en-US" altLang="en-US" dirty="0"/>
              <a:t>, operations on the data</a:t>
            </a:r>
          </a:p>
          <a:p>
            <a:pPr>
              <a:lnSpc>
                <a:spcPct val="90000"/>
              </a:lnSpc>
            </a:pPr>
            <a:endParaRPr lang="en-US" altLang="en-US" dirty="0"/>
          </a:p>
          <a:p>
            <a:pPr>
              <a:lnSpc>
                <a:spcPct val="90000"/>
              </a:lnSpc>
            </a:pPr>
            <a:r>
              <a:rPr lang="en-US" altLang="en-US" dirty="0"/>
              <a:t>Methods are made available thru well-defined </a:t>
            </a:r>
            <a:r>
              <a:rPr lang="en-US" altLang="en-US" b="1" dirty="0">
                <a:solidFill>
                  <a:schemeClr val="accent2"/>
                </a:solidFill>
              </a:rPr>
              <a:t>interfaces</a:t>
            </a:r>
          </a:p>
          <a:p>
            <a:pPr>
              <a:lnSpc>
                <a:spcPct val="90000"/>
              </a:lnSpc>
            </a:pPr>
            <a:endParaRPr lang="en-US" altLang="en-US" dirty="0"/>
          </a:p>
          <a:p>
            <a:pPr>
              <a:lnSpc>
                <a:spcPct val="90000"/>
              </a:lnSpc>
            </a:pPr>
            <a:r>
              <a:rPr lang="en-US" altLang="en-US" dirty="0"/>
              <a:t>In distributed environment</a:t>
            </a:r>
          </a:p>
          <a:p>
            <a:pPr lvl="1">
              <a:lnSpc>
                <a:spcPct val="90000"/>
              </a:lnSpc>
            </a:pPr>
            <a:r>
              <a:rPr lang="en-US" altLang="en-US" dirty="0"/>
              <a:t>Interface can be on one machine and</a:t>
            </a:r>
          </a:p>
          <a:p>
            <a:pPr lvl="1">
              <a:lnSpc>
                <a:spcPct val="90000"/>
              </a:lnSpc>
            </a:pPr>
            <a:r>
              <a:rPr lang="en-US" altLang="en-US" dirty="0"/>
              <a:t>Corresponding object on another machine</a:t>
            </a:r>
          </a:p>
        </p:txBody>
      </p:sp>
    </p:spTree>
    <p:extLst>
      <p:ext uri="{BB962C8B-B14F-4D97-AF65-F5344CB8AC3E}">
        <p14:creationId xmlns:p14="http://schemas.microsoft.com/office/powerpoint/2010/main" val="102929399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013616" presetClass="entr" presetSubtype="1049345" fill="hold" grpId="0" nodeType="clickEffect">
                                  <p:stCondLst>
                                    <p:cond delay="0"/>
                                  </p:stCondLst>
                                  <p:childTnLst>
                                    <p:set>
                                      <p:cBhvr>
                                        <p:cTn id="6" dur="1" fill="hold">
                                          <p:stCondLst>
                                            <p:cond delay="499"/>
                                          </p:stCondLst>
                                        </p:cTn>
                                        <p:tgtEl>
                                          <p:spTgt spid="20685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013616" presetClass="entr" presetSubtype="1049345" fill="hold" grpId="0" nodeType="clickEffect">
                                  <p:stCondLst>
                                    <p:cond delay="0"/>
                                  </p:stCondLst>
                                  <p:childTnLst>
                                    <p:set>
                                      <p:cBhvr>
                                        <p:cTn id="10" dur="1" fill="hold">
                                          <p:stCondLst>
                                            <p:cond delay="499"/>
                                          </p:stCondLst>
                                        </p:cTn>
                                        <p:tgtEl>
                                          <p:spTgt spid="20685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013616" presetClass="entr" presetSubtype="1049345" fill="hold" grpId="0" nodeType="clickEffect">
                                  <p:stCondLst>
                                    <p:cond delay="0"/>
                                  </p:stCondLst>
                                  <p:childTnLst>
                                    <p:set>
                                      <p:cBhvr>
                                        <p:cTn id="14" dur="1" fill="hold">
                                          <p:stCondLst>
                                            <p:cond delay="499"/>
                                          </p:stCondLst>
                                        </p:cTn>
                                        <p:tgtEl>
                                          <p:spTgt spid="20685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013616" presetClass="entr" presetSubtype="1049345" fill="hold" grpId="0" nodeType="clickEffect">
                                  <p:stCondLst>
                                    <p:cond delay="0"/>
                                  </p:stCondLst>
                                  <p:childTnLst>
                                    <p:set>
                                      <p:cBhvr>
                                        <p:cTn id="18" dur="1" fill="hold">
                                          <p:stCondLst>
                                            <p:cond delay="499"/>
                                          </p:stCondLst>
                                        </p:cTn>
                                        <p:tgtEl>
                                          <p:spTgt spid="206851">
                                            <p:txEl>
                                              <p:pRg st="6" end="6"/>
                                            </p:txEl>
                                          </p:spTgt>
                                        </p:tgtEl>
                                        <p:attrNameLst>
                                          <p:attrName>style.visibility</p:attrName>
                                        </p:attrNameLst>
                                      </p:cBhvr>
                                      <p:to>
                                        <p:strVal val="visible"/>
                                      </p:to>
                                    </p:set>
                                  </p:childTnLst>
                                </p:cTn>
                              </p:par>
                              <p:par>
                                <p:cTn id="19" presetID="2013616" presetClass="entr" presetSubtype="1049345" fill="hold" grpId="0" nodeType="withEffect">
                                  <p:stCondLst>
                                    <p:cond delay="0"/>
                                  </p:stCondLst>
                                  <p:childTnLst>
                                    <p:set>
                                      <p:cBhvr>
                                        <p:cTn id="20" dur="1" fill="hold">
                                          <p:stCondLst>
                                            <p:cond delay="499"/>
                                          </p:stCondLst>
                                        </p:cTn>
                                        <p:tgtEl>
                                          <p:spTgt spid="206851">
                                            <p:txEl>
                                              <p:pRg st="7" end="7"/>
                                            </p:txEl>
                                          </p:spTgt>
                                        </p:tgtEl>
                                        <p:attrNameLst>
                                          <p:attrName>style.visibility</p:attrName>
                                        </p:attrNameLst>
                                      </p:cBhvr>
                                      <p:to>
                                        <p:strVal val="visible"/>
                                      </p:to>
                                    </p:set>
                                  </p:childTnLst>
                                </p:cTn>
                              </p:par>
                              <p:par>
                                <p:cTn id="21" presetID="2013616" presetClass="entr" presetSubtype="1049345" fill="hold" grpId="0" nodeType="withEffect">
                                  <p:stCondLst>
                                    <p:cond delay="0"/>
                                  </p:stCondLst>
                                  <p:childTnLst>
                                    <p:set>
                                      <p:cBhvr>
                                        <p:cTn id="22" dur="1" fill="hold">
                                          <p:stCondLst>
                                            <p:cond delay="499"/>
                                          </p:stCondLst>
                                        </p:cTn>
                                        <p:tgtEl>
                                          <p:spTgt spid="20685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6851" grpId="0" build="p"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Rectangle 2">
            <a:extLst>
              <a:ext uri="{FF2B5EF4-FFF2-40B4-BE49-F238E27FC236}">
                <a16:creationId xmlns:a16="http://schemas.microsoft.com/office/drawing/2014/main" id="{7E43DBEF-1424-40DB-AA89-61FC1F15E48E}"/>
              </a:ext>
            </a:extLst>
          </p:cNvPr>
          <p:cNvSpPr>
            <a:spLocks noGrp="1" noChangeArrowheads="1"/>
          </p:cNvSpPr>
          <p:nvPr>
            <p:ph type="title"/>
          </p:nvPr>
        </p:nvSpPr>
        <p:spPr>
          <a:xfrm>
            <a:off x="381000" y="413530"/>
            <a:ext cx="3478078" cy="522287"/>
          </a:xfrm>
        </p:spPr>
        <p:txBody>
          <a:bodyPr>
            <a:normAutofit fontScale="90000"/>
          </a:bodyPr>
          <a:lstStyle/>
          <a:p>
            <a:pPr>
              <a:defRPr/>
            </a:pPr>
            <a:r>
              <a:rPr lang="en-US" dirty="0">
                <a:solidFill>
                  <a:srgbClr val="FF0000"/>
                </a:solidFill>
                <a:ea typeface="+mj-ea"/>
              </a:rPr>
              <a:t>Local Objects</a:t>
            </a:r>
          </a:p>
        </p:txBody>
      </p:sp>
      <p:sp>
        <p:nvSpPr>
          <p:cNvPr id="13314" name="Rectangle 3">
            <a:extLst>
              <a:ext uri="{FF2B5EF4-FFF2-40B4-BE49-F238E27FC236}">
                <a16:creationId xmlns:a16="http://schemas.microsoft.com/office/drawing/2014/main" id="{9EED3A18-851C-4906-BD47-7F69433C9BF0}"/>
              </a:ext>
            </a:extLst>
          </p:cNvPr>
          <p:cNvSpPr>
            <a:spLocks noGrp="1" noChangeArrowheads="1"/>
          </p:cNvSpPr>
          <p:nvPr>
            <p:ph type="body" idx="1"/>
          </p:nvPr>
        </p:nvSpPr>
        <p:spPr>
          <a:xfrm>
            <a:off x="380999" y="1443064"/>
            <a:ext cx="8298051" cy="4368800"/>
          </a:xfrm>
        </p:spPr>
        <p:txBody>
          <a:bodyPr>
            <a:normAutofit fontScale="92500"/>
          </a:bodyPr>
          <a:lstStyle/>
          <a:p>
            <a:r>
              <a:rPr lang="en-US" altLang="en-US" dirty="0">
                <a:latin typeface="Arial" panose="020B0604020202020204" pitchFamily="34" charset="0"/>
              </a:rPr>
              <a:t>Within one process</a:t>
            </a:r>
            <a:r>
              <a:rPr lang="ja-JP" altLang="en-US" dirty="0">
                <a:latin typeface="Arial" panose="020B0604020202020204" pitchFamily="34" charset="0"/>
              </a:rPr>
              <a:t>’</a:t>
            </a:r>
            <a:r>
              <a:rPr lang="en-US" altLang="ja-JP" dirty="0">
                <a:latin typeface="Arial" panose="020B0604020202020204" pitchFamily="34" charset="0"/>
              </a:rPr>
              <a:t> address space</a:t>
            </a:r>
          </a:p>
          <a:p>
            <a:r>
              <a:rPr lang="en-US" altLang="en-US" dirty="0">
                <a:latin typeface="Arial" panose="020B0604020202020204" pitchFamily="34" charset="0"/>
              </a:rPr>
              <a:t>Object</a:t>
            </a:r>
          </a:p>
          <a:p>
            <a:pPr lvl="1"/>
            <a:r>
              <a:rPr lang="en-US" altLang="en-US" dirty="0">
                <a:latin typeface="Arial" panose="020B0604020202020204" pitchFamily="34" charset="0"/>
              </a:rPr>
              <a:t>consists of a set of data and a set of methods.</a:t>
            </a:r>
          </a:p>
          <a:p>
            <a:pPr lvl="1"/>
            <a:r>
              <a:rPr lang="en-US" altLang="en-US" dirty="0">
                <a:latin typeface="Arial" panose="020B0604020202020204" pitchFamily="34" charset="0"/>
              </a:rPr>
              <a:t>E.g., C++ object, Java object.</a:t>
            </a:r>
          </a:p>
          <a:p>
            <a:r>
              <a:rPr lang="en-US" altLang="en-US" dirty="0">
                <a:latin typeface="Arial" panose="020B0604020202020204" pitchFamily="34" charset="0"/>
              </a:rPr>
              <a:t>Object reference</a:t>
            </a:r>
          </a:p>
          <a:p>
            <a:pPr lvl="1"/>
            <a:r>
              <a:rPr lang="en-US" altLang="en-US" dirty="0">
                <a:latin typeface="Arial" panose="020B0604020202020204" pitchFamily="34" charset="0"/>
              </a:rPr>
              <a:t>an identifier via which objects can be accessed.</a:t>
            </a:r>
          </a:p>
          <a:p>
            <a:pPr lvl="1"/>
            <a:r>
              <a:rPr lang="en-US" altLang="en-US" dirty="0">
                <a:latin typeface="Arial" panose="020B0604020202020204" pitchFamily="34" charset="0"/>
              </a:rPr>
              <a:t>i.e., a </a:t>
            </a:r>
            <a:r>
              <a:rPr lang="en-US" altLang="en-US" i="1" dirty="0">
                <a:latin typeface="Arial" panose="020B0604020202020204" pitchFamily="34" charset="0"/>
              </a:rPr>
              <a:t>pointer </a:t>
            </a:r>
            <a:r>
              <a:rPr lang="en-US" altLang="en-US" dirty="0">
                <a:latin typeface="Arial" panose="020B0604020202020204" pitchFamily="34" charset="0"/>
              </a:rPr>
              <a:t>(e.g., virtual memory address within process)</a:t>
            </a:r>
            <a:endParaRPr lang="en-US" altLang="en-US" i="1" dirty="0">
              <a:latin typeface="Arial" panose="020B0604020202020204" pitchFamily="34" charset="0"/>
            </a:endParaRPr>
          </a:p>
          <a:p>
            <a:r>
              <a:rPr lang="en-US" altLang="en-US" dirty="0">
                <a:latin typeface="Arial" panose="020B0604020202020204" pitchFamily="34" charset="0"/>
              </a:rPr>
              <a:t>Interface</a:t>
            </a:r>
          </a:p>
          <a:p>
            <a:pPr lvl="1"/>
            <a:r>
              <a:rPr lang="en-US" altLang="en-US" dirty="0">
                <a:latin typeface="Arial" panose="020B0604020202020204" pitchFamily="34" charset="0"/>
              </a:rPr>
              <a:t>provides a definition of the signatures of a set of methods (i.e., the types of their arguments, return values, and exceptions) without specifying their implementation. </a:t>
            </a:r>
          </a:p>
        </p:txBody>
      </p:sp>
    </p:spTree>
    <p:extLst>
      <p:ext uri="{BB962C8B-B14F-4D97-AF65-F5344CB8AC3E}">
        <p14:creationId xmlns:p14="http://schemas.microsoft.com/office/powerpoint/2010/main" val="18166779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54" name="Rectangle 2">
            <a:extLst>
              <a:ext uri="{FF2B5EF4-FFF2-40B4-BE49-F238E27FC236}">
                <a16:creationId xmlns:a16="http://schemas.microsoft.com/office/drawing/2014/main" id="{A7FCACD0-2474-491C-A106-74D38165B6FE}"/>
              </a:ext>
            </a:extLst>
          </p:cNvPr>
          <p:cNvSpPr>
            <a:spLocks noGrp="1" noChangeArrowheads="1"/>
          </p:cNvSpPr>
          <p:nvPr>
            <p:ph type="title"/>
          </p:nvPr>
        </p:nvSpPr>
        <p:spPr>
          <a:xfrm>
            <a:off x="265113" y="289544"/>
            <a:ext cx="3640460" cy="522287"/>
          </a:xfrm>
        </p:spPr>
        <p:txBody>
          <a:bodyPr>
            <a:normAutofit fontScale="90000"/>
          </a:bodyPr>
          <a:lstStyle/>
          <a:p>
            <a:pPr>
              <a:defRPr/>
            </a:pPr>
            <a:r>
              <a:rPr lang="en-US" dirty="0">
                <a:solidFill>
                  <a:srgbClr val="FF0000"/>
                </a:solidFill>
                <a:ea typeface="+mj-ea"/>
              </a:rPr>
              <a:t>Remote Objects</a:t>
            </a:r>
          </a:p>
        </p:txBody>
      </p:sp>
      <p:sp>
        <p:nvSpPr>
          <p:cNvPr id="15362" name="Rectangle 3">
            <a:extLst>
              <a:ext uri="{FF2B5EF4-FFF2-40B4-BE49-F238E27FC236}">
                <a16:creationId xmlns:a16="http://schemas.microsoft.com/office/drawing/2014/main" id="{6BB18BB1-123D-4212-AD1F-3A5BD7997710}"/>
              </a:ext>
            </a:extLst>
          </p:cNvPr>
          <p:cNvSpPr>
            <a:spLocks noGrp="1" noChangeArrowheads="1"/>
          </p:cNvSpPr>
          <p:nvPr>
            <p:ph type="body" idx="1"/>
          </p:nvPr>
        </p:nvSpPr>
        <p:spPr>
          <a:xfrm>
            <a:off x="265113" y="1108560"/>
            <a:ext cx="8530525" cy="5524500"/>
          </a:xfrm>
        </p:spPr>
        <p:txBody>
          <a:bodyPr>
            <a:normAutofit fontScale="92500" lnSpcReduction="10000"/>
          </a:bodyPr>
          <a:lstStyle/>
          <a:p>
            <a:r>
              <a:rPr lang="en-US" altLang="en-US" dirty="0">
                <a:latin typeface="Arial" panose="020B0604020202020204" pitchFamily="34" charset="0"/>
              </a:rPr>
              <a:t>May cross multiple process</a:t>
            </a:r>
            <a:r>
              <a:rPr lang="ja-JP" altLang="en-US" dirty="0">
                <a:latin typeface="Arial" panose="020B0604020202020204" pitchFamily="34" charset="0"/>
              </a:rPr>
              <a:t>’</a:t>
            </a:r>
            <a:r>
              <a:rPr lang="en-US" altLang="ja-JP" dirty="0">
                <a:latin typeface="Arial" panose="020B0604020202020204" pitchFamily="34" charset="0"/>
              </a:rPr>
              <a:t> address spaces</a:t>
            </a:r>
          </a:p>
          <a:p>
            <a:r>
              <a:rPr lang="en-US" altLang="en-US" dirty="0">
                <a:latin typeface="Arial" panose="020B0604020202020204" pitchFamily="34" charset="0"/>
              </a:rPr>
              <a:t>Remote method invocation</a:t>
            </a:r>
          </a:p>
          <a:p>
            <a:pPr lvl="1"/>
            <a:r>
              <a:rPr lang="en-US" altLang="en-US" dirty="0">
                <a:latin typeface="Arial" panose="020B0604020202020204" pitchFamily="34" charset="0"/>
              </a:rPr>
              <a:t>method invocations between objects </a:t>
            </a:r>
            <a:r>
              <a:rPr lang="en-US" altLang="en-US" i="1" dirty="0">
                <a:latin typeface="Arial" panose="020B0604020202020204" pitchFamily="34" charset="0"/>
              </a:rPr>
              <a:t>in different processes (processes may be on the same or different host)</a:t>
            </a:r>
            <a:r>
              <a:rPr lang="en-US" altLang="en-US" dirty="0">
                <a:latin typeface="Arial" panose="020B0604020202020204" pitchFamily="34" charset="0"/>
              </a:rPr>
              <a:t>.</a:t>
            </a:r>
          </a:p>
          <a:p>
            <a:pPr lvl="1"/>
            <a:r>
              <a:rPr lang="en-US" altLang="en-US" dirty="0">
                <a:latin typeface="Arial" panose="020B0604020202020204" pitchFamily="34" charset="0"/>
              </a:rPr>
              <a:t>Remote Procedure Call (RPC): procedure call between functions on different processes in </a:t>
            </a:r>
            <a:r>
              <a:rPr lang="en-US" altLang="en-US" b="1" dirty="0">
                <a:solidFill>
                  <a:srgbClr val="FF0000"/>
                </a:solidFill>
                <a:latin typeface="Arial" panose="020B0604020202020204" pitchFamily="34" charset="0"/>
              </a:rPr>
              <a:t>non-object-based</a:t>
            </a:r>
            <a:r>
              <a:rPr lang="en-US" altLang="en-US" dirty="0">
                <a:latin typeface="Arial" panose="020B0604020202020204" pitchFamily="34" charset="0"/>
              </a:rPr>
              <a:t> system</a:t>
            </a:r>
          </a:p>
          <a:p>
            <a:r>
              <a:rPr lang="en-US" altLang="en-US" dirty="0">
                <a:latin typeface="Arial" panose="020B0604020202020204" pitchFamily="34" charset="0"/>
              </a:rPr>
              <a:t>Remote objects</a:t>
            </a:r>
          </a:p>
          <a:p>
            <a:pPr lvl="1"/>
            <a:r>
              <a:rPr lang="en-US" altLang="en-US" dirty="0">
                <a:latin typeface="Arial" panose="020B0604020202020204" pitchFamily="34" charset="0"/>
              </a:rPr>
              <a:t>objects that can receive remote invocations.</a:t>
            </a:r>
          </a:p>
          <a:p>
            <a:r>
              <a:rPr lang="en-US" altLang="en-US" dirty="0">
                <a:latin typeface="Arial" panose="020B0604020202020204" pitchFamily="34" charset="0"/>
              </a:rPr>
              <a:t>Remote object reference</a:t>
            </a:r>
          </a:p>
          <a:p>
            <a:pPr lvl="1"/>
            <a:r>
              <a:rPr lang="en-US" altLang="en-US" dirty="0">
                <a:latin typeface="Arial" panose="020B0604020202020204" pitchFamily="34" charset="0"/>
              </a:rPr>
              <a:t>an identifier that can be used globally </a:t>
            </a:r>
            <a:r>
              <a:rPr lang="en-US" altLang="en-US" i="1" dirty="0">
                <a:latin typeface="Arial" panose="020B0604020202020204" pitchFamily="34" charset="0"/>
              </a:rPr>
              <a:t>throughout a distributed system </a:t>
            </a:r>
            <a:r>
              <a:rPr lang="en-US" altLang="en-US" dirty="0">
                <a:latin typeface="Arial" panose="020B0604020202020204" pitchFamily="34" charset="0"/>
              </a:rPr>
              <a:t>to refer to a particular unique remote object.</a:t>
            </a:r>
          </a:p>
          <a:p>
            <a:r>
              <a:rPr lang="en-US" altLang="en-US" dirty="0">
                <a:latin typeface="Arial" panose="020B0604020202020204" pitchFamily="34" charset="0"/>
              </a:rPr>
              <a:t>Remote interface</a:t>
            </a:r>
          </a:p>
          <a:p>
            <a:pPr lvl="1"/>
            <a:r>
              <a:rPr lang="en-US" altLang="en-US" dirty="0">
                <a:latin typeface="Arial" panose="020B0604020202020204" pitchFamily="34" charset="0"/>
              </a:rPr>
              <a:t>Every remote object has a remote interface that specifies which of its methods can be invoked remotely. e.g., CORBA interface definition language (IDL).</a:t>
            </a:r>
          </a:p>
          <a:p>
            <a:pPr lvl="1"/>
            <a:endParaRPr lang="en-US" altLang="en-US" dirty="0">
              <a:latin typeface="Arial" panose="020B0604020202020204" pitchFamily="34" charset="0"/>
            </a:endParaRPr>
          </a:p>
        </p:txBody>
      </p:sp>
    </p:spTree>
    <p:extLst>
      <p:ext uri="{BB962C8B-B14F-4D97-AF65-F5344CB8AC3E}">
        <p14:creationId xmlns:p14="http://schemas.microsoft.com/office/powerpoint/2010/main" val="20845936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2" name="Rectangle 2">
            <a:extLst>
              <a:ext uri="{FF2B5EF4-FFF2-40B4-BE49-F238E27FC236}">
                <a16:creationId xmlns:a16="http://schemas.microsoft.com/office/drawing/2014/main" id="{566C6D0E-1BC7-44B4-92AE-478238A1FA70}"/>
              </a:ext>
            </a:extLst>
          </p:cNvPr>
          <p:cNvSpPr>
            <a:spLocks noGrp="1" noChangeArrowheads="1"/>
          </p:cNvSpPr>
          <p:nvPr>
            <p:ph type="title"/>
          </p:nvPr>
        </p:nvSpPr>
        <p:spPr>
          <a:xfrm>
            <a:off x="183370" y="315342"/>
            <a:ext cx="8878887" cy="522287"/>
          </a:xfrm>
        </p:spPr>
        <p:txBody>
          <a:bodyPr>
            <a:normAutofit fontScale="90000"/>
          </a:bodyPr>
          <a:lstStyle/>
          <a:p>
            <a:pPr>
              <a:defRPr/>
            </a:pPr>
            <a:r>
              <a:rPr lang="en-GB" dirty="0">
                <a:solidFill>
                  <a:srgbClr val="FF0000"/>
                </a:solidFill>
                <a:ea typeface="+mj-ea"/>
              </a:rPr>
              <a:t>A Remote Object and Its Remote Interface</a:t>
            </a:r>
          </a:p>
        </p:txBody>
      </p:sp>
      <p:grpSp>
        <p:nvGrpSpPr>
          <p:cNvPr id="17410" name="Group 3">
            <a:extLst>
              <a:ext uri="{FF2B5EF4-FFF2-40B4-BE49-F238E27FC236}">
                <a16:creationId xmlns:a16="http://schemas.microsoft.com/office/drawing/2014/main" id="{CCB7D55E-5284-4DB7-8223-44351B063234}"/>
              </a:ext>
            </a:extLst>
          </p:cNvPr>
          <p:cNvGrpSpPr>
            <a:grpSpLocks/>
          </p:cNvGrpSpPr>
          <p:nvPr/>
        </p:nvGrpSpPr>
        <p:grpSpPr bwMode="auto">
          <a:xfrm>
            <a:off x="561975" y="1920875"/>
            <a:ext cx="7827963" cy="2700338"/>
            <a:chOff x="395" y="1010"/>
            <a:chExt cx="5341" cy="1701"/>
          </a:xfrm>
        </p:grpSpPr>
        <p:sp>
          <p:nvSpPr>
            <p:cNvPr id="17412" name="AutoShape 4">
              <a:extLst>
                <a:ext uri="{FF2B5EF4-FFF2-40B4-BE49-F238E27FC236}">
                  <a16:creationId xmlns:a16="http://schemas.microsoft.com/office/drawing/2014/main" id="{5A838C42-B2F2-43E5-90CA-410655C38B70}"/>
                </a:ext>
              </a:extLst>
            </p:cNvPr>
            <p:cNvSpPr>
              <a:spLocks noChangeArrowheads="1"/>
            </p:cNvSpPr>
            <p:nvPr/>
          </p:nvSpPr>
          <p:spPr bwMode="auto">
            <a:xfrm>
              <a:off x="5153" y="1498"/>
              <a:ext cx="284" cy="426"/>
            </a:xfrm>
            <a:prstGeom prst="roundRect">
              <a:avLst>
                <a:gd name="adj" fmla="val 23417"/>
              </a:avLst>
            </a:prstGeom>
            <a:solidFill>
              <a:srgbClr val="FFDC9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1400">
                  <a:solidFill>
                    <a:schemeClr val="accent2"/>
                  </a:solidFill>
                  <a:latin typeface="Helvetica" panose="020B0604020202020204" pitchFamily="34" charset="0"/>
                  <a:ea typeface="MS PGothic" panose="020B0600070205080204" pitchFamily="34" charset="-128"/>
                </a:defRPr>
              </a:lvl1pPr>
              <a:lvl2pPr marL="742950" indent="-285750">
                <a:defRPr sz="1400">
                  <a:solidFill>
                    <a:schemeClr val="accent2"/>
                  </a:solidFill>
                  <a:latin typeface="Helvetica" panose="020B0604020202020204" pitchFamily="34" charset="0"/>
                  <a:ea typeface="MS PGothic" panose="020B0600070205080204" pitchFamily="34" charset="-128"/>
                </a:defRPr>
              </a:lvl2pPr>
              <a:lvl3pPr marL="1143000" indent="-228600">
                <a:defRPr sz="1400">
                  <a:solidFill>
                    <a:schemeClr val="accent2"/>
                  </a:solidFill>
                  <a:latin typeface="Helvetica" panose="020B0604020202020204" pitchFamily="34" charset="0"/>
                  <a:ea typeface="MS PGothic" panose="020B0600070205080204" pitchFamily="34" charset="-128"/>
                </a:defRPr>
              </a:lvl3pPr>
              <a:lvl4pPr marL="1600200" indent="-228600">
                <a:defRPr sz="1400">
                  <a:solidFill>
                    <a:schemeClr val="accent2"/>
                  </a:solidFill>
                  <a:latin typeface="Helvetica" panose="020B0604020202020204" pitchFamily="34" charset="0"/>
                  <a:ea typeface="MS PGothic" panose="020B0600070205080204" pitchFamily="34" charset="-128"/>
                </a:defRPr>
              </a:lvl4pPr>
              <a:lvl5pPr marL="2057400" indent="-228600">
                <a:defRPr sz="1400">
                  <a:solidFill>
                    <a:schemeClr val="accent2"/>
                  </a:solidFill>
                  <a:latin typeface="Helvetica" panose="020B0604020202020204" pitchFamily="34" charset="0"/>
                  <a:ea typeface="MS PGothic" panose="020B0600070205080204" pitchFamily="34" charset="-128"/>
                </a:defRPr>
              </a:lvl5pPr>
              <a:lvl6pPr marL="25146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6pPr>
              <a:lvl7pPr marL="29718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7pPr>
              <a:lvl8pPr marL="34290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8pPr>
              <a:lvl9pPr marL="38862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9pPr>
            </a:lstStyle>
            <a:p>
              <a:endParaRPr lang="en-US" altLang="en-US"/>
            </a:p>
          </p:txBody>
        </p:sp>
        <p:sp>
          <p:nvSpPr>
            <p:cNvPr id="17413" name="AutoShape 5">
              <a:extLst>
                <a:ext uri="{FF2B5EF4-FFF2-40B4-BE49-F238E27FC236}">
                  <a16:creationId xmlns:a16="http://schemas.microsoft.com/office/drawing/2014/main" id="{B2CDD30E-F2BC-4279-BCCC-F99D03ABC9D3}"/>
                </a:ext>
              </a:extLst>
            </p:cNvPr>
            <p:cNvSpPr>
              <a:spLocks noChangeArrowheads="1"/>
            </p:cNvSpPr>
            <p:nvPr/>
          </p:nvSpPr>
          <p:spPr bwMode="auto">
            <a:xfrm>
              <a:off x="5153" y="1498"/>
              <a:ext cx="300" cy="441"/>
            </a:xfrm>
            <a:prstGeom prst="roundRect">
              <a:avLst>
                <a:gd name="adj" fmla="val 22167"/>
              </a:avLst>
            </a:prstGeom>
            <a:noFill/>
            <a:ln w="36513">
              <a:solidFill>
                <a:srgbClr val="FFDC99"/>
              </a:solidFill>
              <a:round/>
              <a:headEnd/>
              <a:tailEnd/>
            </a:ln>
            <a:extLst>
              <a:ext uri="{909E8E84-426E-40DD-AFC4-6F175D3DCCD1}">
                <a14:hiddenFill xmlns:a14="http://schemas.microsoft.com/office/drawing/2010/main">
                  <a:solidFill>
                    <a:srgbClr val="FFFFFF"/>
                  </a:solidFill>
                </a14:hiddenFill>
              </a:ext>
            </a:extLst>
          </p:spPr>
          <p:txBody>
            <a:bodyPr/>
            <a:lstStyle>
              <a:lvl1pPr>
                <a:defRPr sz="1400">
                  <a:solidFill>
                    <a:schemeClr val="accent2"/>
                  </a:solidFill>
                  <a:latin typeface="Helvetica" panose="020B0604020202020204" pitchFamily="34" charset="0"/>
                  <a:ea typeface="MS PGothic" panose="020B0600070205080204" pitchFamily="34" charset="-128"/>
                </a:defRPr>
              </a:lvl1pPr>
              <a:lvl2pPr marL="742950" indent="-285750">
                <a:defRPr sz="1400">
                  <a:solidFill>
                    <a:schemeClr val="accent2"/>
                  </a:solidFill>
                  <a:latin typeface="Helvetica" panose="020B0604020202020204" pitchFamily="34" charset="0"/>
                  <a:ea typeface="MS PGothic" panose="020B0600070205080204" pitchFamily="34" charset="-128"/>
                </a:defRPr>
              </a:lvl2pPr>
              <a:lvl3pPr marL="1143000" indent="-228600">
                <a:defRPr sz="1400">
                  <a:solidFill>
                    <a:schemeClr val="accent2"/>
                  </a:solidFill>
                  <a:latin typeface="Helvetica" panose="020B0604020202020204" pitchFamily="34" charset="0"/>
                  <a:ea typeface="MS PGothic" panose="020B0600070205080204" pitchFamily="34" charset="-128"/>
                </a:defRPr>
              </a:lvl3pPr>
              <a:lvl4pPr marL="1600200" indent="-228600">
                <a:defRPr sz="1400">
                  <a:solidFill>
                    <a:schemeClr val="accent2"/>
                  </a:solidFill>
                  <a:latin typeface="Helvetica" panose="020B0604020202020204" pitchFamily="34" charset="0"/>
                  <a:ea typeface="MS PGothic" panose="020B0600070205080204" pitchFamily="34" charset="-128"/>
                </a:defRPr>
              </a:lvl4pPr>
              <a:lvl5pPr marL="2057400" indent="-228600">
                <a:defRPr sz="1400">
                  <a:solidFill>
                    <a:schemeClr val="accent2"/>
                  </a:solidFill>
                  <a:latin typeface="Helvetica" panose="020B0604020202020204" pitchFamily="34" charset="0"/>
                  <a:ea typeface="MS PGothic" panose="020B0600070205080204" pitchFamily="34" charset="-128"/>
                </a:defRPr>
              </a:lvl5pPr>
              <a:lvl6pPr marL="25146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6pPr>
              <a:lvl7pPr marL="29718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7pPr>
              <a:lvl8pPr marL="34290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8pPr>
              <a:lvl9pPr marL="38862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9pPr>
            </a:lstStyle>
            <a:p>
              <a:endParaRPr lang="en-US" altLang="en-US"/>
            </a:p>
          </p:txBody>
        </p:sp>
        <p:sp>
          <p:nvSpPr>
            <p:cNvPr id="17414" name="Rectangle 6">
              <a:extLst>
                <a:ext uri="{FF2B5EF4-FFF2-40B4-BE49-F238E27FC236}">
                  <a16:creationId xmlns:a16="http://schemas.microsoft.com/office/drawing/2014/main" id="{983B781F-1D5D-47D7-BA2D-E454E09B6FAE}"/>
                </a:ext>
              </a:extLst>
            </p:cNvPr>
            <p:cNvSpPr>
              <a:spLocks noChangeArrowheads="1"/>
            </p:cNvSpPr>
            <p:nvPr/>
          </p:nvSpPr>
          <p:spPr bwMode="auto">
            <a:xfrm>
              <a:off x="5153" y="1498"/>
              <a:ext cx="284" cy="20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accent2"/>
                  </a:solidFill>
                  <a:latin typeface="Helvetica" panose="020B0604020202020204" pitchFamily="34" charset="0"/>
                  <a:ea typeface="MS PGothic" panose="020B0600070205080204" pitchFamily="34" charset="-128"/>
                </a:defRPr>
              </a:lvl1pPr>
              <a:lvl2pPr marL="742950" indent="-285750">
                <a:defRPr sz="1400">
                  <a:solidFill>
                    <a:schemeClr val="accent2"/>
                  </a:solidFill>
                  <a:latin typeface="Helvetica" panose="020B0604020202020204" pitchFamily="34" charset="0"/>
                  <a:ea typeface="MS PGothic" panose="020B0600070205080204" pitchFamily="34" charset="-128"/>
                </a:defRPr>
              </a:lvl2pPr>
              <a:lvl3pPr marL="1143000" indent="-228600">
                <a:defRPr sz="1400">
                  <a:solidFill>
                    <a:schemeClr val="accent2"/>
                  </a:solidFill>
                  <a:latin typeface="Helvetica" panose="020B0604020202020204" pitchFamily="34" charset="0"/>
                  <a:ea typeface="MS PGothic" panose="020B0600070205080204" pitchFamily="34" charset="-128"/>
                </a:defRPr>
              </a:lvl3pPr>
              <a:lvl4pPr marL="1600200" indent="-228600">
                <a:defRPr sz="1400">
                  <a:solidFill>
                    <a:schemeClr val="accent2"/>
                  </a:solidFill>
                  <a:latin typeface="Helvetica" panose="020B0604020202020204" pitchFamily="34" charset="0"/>
                  <a:ea typeface="MS PGothic" panose="020B0600070205080204" pitchFamily="34" charset="-128"/>
                </a:defRPr>
              </a:lvl4pPr>
              <a:lvl5pPr marL="2057400" indent="-228600">
                <a:defRPr sz="1400">
                  <a:solidFill>
                    <a:schemeClr val="accent2"/>
                  </a:solidFill>
                  <a:latin typeface="Helvetica" panose="020B0604020202020204" pitchFamily="34" charset="0"/>
                  <a:ea typeface="MS PGothic" panose="020B0600070205080204" pitchFamily="34" charset="-128"/>
                </a:defRPr>
              </a:lvl5pPr>
              <a:lvl6pPr marL="25146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6pPr>
              <a:lvl7pPr marL="29718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7pPr>
              <a:lvl8pPr marL="34290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8pPr>
              <a:lvl9pPr marL="38862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9pPr>
            </a:lstStyle>
            <a:p>
              <a:endParaRPr lang="en-US" altLang="en-US"/>
            </a:p>
          </p:txBody>
        </p:sp>
        <p:sp>
          <p:nvSpPr>
            <p:cNvPr id="17415" name="Rectangle 7">
              <a:extLst>
                <a:ext uri="{FF2B5EF4-FFF2-40B4-BE49-F238E27FC236}">
                  <a16:creationId xmlns:a16="http://schemas.microsoft.com/office/drawing/2014/main" id="{FA843F67-E507-4B1D-8328-224CA6261C52}"/>
                </a:ext>
              </a:extLst>
            </p:cNvPr>
            <p:cNvSpPr>
              <a:spLocks noChangeArrowheads="1"/>
            </p:cNvSpPr>
            <p:nvPr/>
          </p:nvSpPr>
          <p:spPr bwMode="auto">
            <a:xfrm>
              <a:off x="5153" y="1498"/>
              <a:ext cx="300" cy="221"/>
            </a:xfrm>
            <a:prstGeom prst="rect">
              <a:avLst/>
            </a:prstGeom>
            <a:noFill/>
            <a:ln w="36513">
              <a:solidFill>
                <a:srgbClr val="FFFFFF"/>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1400">
                  <a:solidFill>
                    <a:schemeClr val="accent2"/>
                  </a:solidFill>
                  <a:latin typeface="Helvetica" panose="020B0604020202020204" pitchFamily="34" charset="0"/>
                  <a:ea typeface="MS PGothic" panose="020B0600070205080204" pitchFamily="34" charset="-128"/>
                </a:defRPr>
              </a:lvl1pPr>
              <a:lvl2pPr marL="742950" indent="-285750">
                <a:defRPr sz="1400">
                  <a:solidFill>
                    <a:schemeClr val="accent2"/>
                  </a:solidFill>
                  <a:latin typeface="Helvetica" panose="020B0604020202020204" pitchFamily="34" charset="0"/>
                  <a:ea typeface="MS PGothic" panose="020B0600070205080204" pitchFamily="34" charset="-128"/>
                </a:defRPr>
              </a:lvl2pPr>
              <a:lvl3pPr marL="1143000" indent="-228600">
                <a:defRPr sz="1400">
                  <a:solidFill>
                    <a:schemeClr val="accent2"/>
                  </a:solidFill>
                  <a:latin typeface="Helvetica" panose="020B0604020202020204" pitchFamily="34" charset="0"/>
                  <a:ea typeface="MS PGothic" panose="020B0600070205080204" pitchFamily="34" charset="-128"/>
                </a:defRPr>
              </a:lvl3pPr>
              <a:lvl4pPr marL="1600200" indent="-228600">
                <a:defRPr sz="1400">
                  <a:solidFill>
                    <a:schemeClr val="accent2"/>
                  </a:solidFill>
                  <a:latin typeface="Helvetica" panose="020B0604020202020204" pitchFamily="34" charset="0"/>
                  <a:ea typeface="MS PGothic" panose="020B0600070205080204" pitchFamily="34" charset="-128"/>
                </a:defRPr>
              </a:lvl4pPr>
              <a:lvl5pPr marL="2057400" indent="-228600">
                <a:defRPr sz="1400">
                  <a:solidFill>
                    <a:schemeClr val="accent2"/>
                  </a:solidFill>
                  <a:latin typeface="Helvetica" panose="020B0604020202020204" pitchFamily="34" charset="0"/>
                  <a:ea typeface="MS PGothic" panose="020B0600070205080204" pitchFamily="34" charset="-128"/>
                </a:defRPr>
              </a:lvl5pPr>
              <a:lvl6pPr marL="25146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6pPr>
              <a:lvl7pPr marL="29718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7pPr>
              <a:lvl8pPr marL="34290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8pPr>
              <a:lvl9pPr marL="38862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9pPr>
            </a:lstStyle>
            <a:p>
              <a:endParaRPr lang="en-US" altLang="en-US"/>
            </a:p>
          </p:txBody>
        </p:sp>
        <p:sp>
          <p:nvSpPr>
            <p:cNvPr id="17416" name="AutoShape 8">
              <a:extLst>
                <a:ext uri="{FF2B5EF4-FFF2-40B4-BE49-F238E27FC236}">
                  <a16:creationId xmlns:a16="http://schemas.microsoft.com/office/drawing/2014/main" id="{5334DCE5-0B94-480A-A4A4-42D206851461}"/>
                </a:ext>
              </a:extLst>
            </p:cNvPr>
            <p:cNvSpPr>
              <a:spLocks noChangeArrowheads="1"/>
            </p:cNvSpPr>
            <p:nvPr/>
          </p:nvSpPr>
          <p:spPr bwMode="auto">
            <a:xfrm>
              <a:off x="5153" y="1498"/>
              <a:ext cx="300" cy="441"/>
            </a:xfrm>
            <a:prstGeom prst="roundRect">
              <a:avLst>
                <a:gd name="adj" fmla="val 22167"/>
              </a:avLst>
            </a:prstGeom>
            <a:noFill/>
            <a:ln w="3651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1400">
                  <a:solidFill>
                    <a:schemeClr val="accent2"/>
                  </a:solidFill>
                  <a:latin typeface="Helvetica" panose="020B0604020202020204" pitchFamily="34" charset="0"/>
                  <a:ea typeface="MS PGothic" panose="020B0600070205080204" pitchFamily="34" charset="-128"/>
                </a:defRPr>
              </a:lvl1pPr>
              <a:lvl2pPr marL="742950" indent="-285750">
                <a:defRPr sz="1400">
                  <a:solidFill>
                    <a:schemeClr val="accent2"/>
                  </a:solidFill>
                  <a:latin typeface="Helvetica" panose="020B0604020202020204" pitchFamily="34" charset="0"/>
                  <a:ea typeface="MS PGothic" panose="020B0600070205080204" pitchFamily="34" charset="-128"/>
                </a:defRPr>
              </a:lvl2pPr>
              <a:lvl3pPr marL="1143000" indent="-228600">
                <a:defRPr sz="1400">
                  <a:solidFill>
                    <a:schemeClr val="accent2"/>
                  </a:solidFill>
                  <a:latin typeface="Helvetica" panose="020B0604020202020204" pitchFamily="34" charset="0"/>
                  <a:ea typeface="MS PGothic" panose="020B0600070205080204" pitchFamily="34" charset="-128"/>
                </a:defRPr>
              </a:lvl3pPr>
              <a:lvl4pPr marL="1600200" indent="-228600">
                <a:defRPr sz="1400">
                  <a:solidFill>
                    <a:schemeClr val="accent2"/>
                  </a:solidFill>
                  <a:latin typeface="Helvetica" panose="020B0604020202020204" pitchFamily="34" charset="0"/>
                  <a:ea typeface="MS PGothic" panose="020B0600070205080204" pitchFamily="34" charset="-128"/>
                </a:defRPr>
              </a:lvl4pPr>
              <a:lvl5pPr marL="2057400" indent="-228600">
                <a:defRPr sz="1400">
                  <a:solidFill>
                    <a:schemeClr val="accent2"/>
                  </a:solidFill>
                  <a:latin typeface="Helvetica" panose="020B0604020202020204" pitchFamily="34" charset="0"/>
                  <a:ea typeface="MS PGothic" panose="020B0600070205080204" pitchFamily="34" charset="-128"/>
                </a:defRPr>
              </a:lvl5pPr>
              <a:lvl6pPr marL="25146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6pPr>
              <a:lvl7pPr marL="29718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7pPr>
              <a:lvl8pPr marL="34290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8pPr>
              <a:lvl9pPr marL="38862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9pPr>
            </a:lstStyle>
            <a:p>
              <a:endParaRPr lang="en-US" altLang="en-US"/>
            </a:p>
          </p:txBody>
        </p:sp>
        <p:sp>
          <p:nvSpPr>
            <p:cNvPr id="17417" name="Line 9">
              <a:extLst>
                <a:ext uri="{FF2B5EF4-FFF2-40B4-BE49-F238E27FC236}">
                  <a16:creationId xmlns:a16="http://schemas.microsoft.com/office/drawing/2014/main" id="{3954A8EC-8CE1-4F44-A3F0-7AC49CDA5BA3}"/>
                </a:ext>
              </a:extLst>
            </p:cNvPr>
            <p:cNvSpPr>
              <a:spLocks noChangeShapeType="1"/>
            </p:cNvSpPr>
            <p:nvPr/>
          </p:nvSpPr>
          <p:spPr bwMode="auto">
            <a:xfrm>
              <a:off x="5153" y="1703"/>
              <a:ext cx="284" cy="1"/>
            </a:xfrm>
            <a:prstGeom prst="line">
              <a:avLst/>
            </a:prstGeom>
            <a:noFill/>
            <a:ln w="36513">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18" name="AutoShape 10">
              <a:extLst>
                <a:ext uri="{FF2B5EF4-FFF2-40B4-BE49-F238E27FC236}">
                  <a16:creationId xmlns:a16="http://schemas.microsoft.com/office/drawing/2014/main" id="{28820E48-9283-4632-BD14-876E3901FDAA}"/>
                </a:ext>
              </a:extLst>
            </p:cNvPr>
            <p:cNvSpPr>
              <a:spLocks noChangeArrowheads="1"/>
            </p:cNvSpPr>
            <p:nvPr/>
          </p:nvSpPr>
          <p:spPr bwMode="auto">
            <a:xfrm>
              <a:off x="710" y="1608"/>
              <a:ext cx="268" cy="426"/>
            </a:xfrm>
            <a:prstGeom prst="roundRect">
              <a:avLst>
                <a:gd name="adj" fmla="val 24815"/>
              </a:avLst>
            </a:prstGeom>
            <a:solidFill>
              <a:srgbClr val="FFDC9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1400">
                  <a:solidFill>
                    <a:schemeClr val="accent2"/>
                  </a:solidFill>
                  <a:latin typeface="Helvetica" panose="020B0604020202020204" pitchFamily="34" charset="0"/>
                  <a:ea typeface="MS PGothic" panose="020B0600070205080204" pitchFamily="34" charset="-128"/>
                </a:defRPr>
              </a:lvl1pPr>
              <a:lvl2pPr marL="742950" indent="-285750">
                <a:defRPr sz="1400">
                  <a:solidFill>
                    <a:schemeClr val="accent2"/>
                  </a:solidFill>
                  <a:latin typeface="Helvetica" panose="020B0604020202020204" pitchFamily="34" charset="0"/>
                  <a:ea typeface="MS PGothic" panose="020B0600070205080204" pitchFamily="34" charset="-128"/>
                </a:defRPr>
              </a:lvl2pPr>
              <a:lvl3pPr marL="1143000" indent="-228600">
                <a:defRPr sz="1400">
                  <a:solidFill>
                    <a:schemeClr val="accent2"/>
                  </a:solidFill>
                  <a:latin typeface="Helvetica" panose="020B0604020202020204" pitchFamily="34" charset="0"/>
                  <a:ea typeface="MS PGothic" panose="020B0600070205080204" pitchFamily="34" charset="-128"/>
                </a:defRPr>
              </a:lvl3pPr>
              <a:lvl4pPr marL="1600200" indent="-228600">
                <a:defRPr sz="1400">
                  <a:solidFill>
                    <a:schemeClr val="accent2"/>
                  </a:solidFill>
                  <a:latin typeface="Helvetica" panose="020B0604020202020204" pitchFamily="34" charset="0"/>
                  <a:ea typeface="MS PGothic" panose="020B0600070205080204" pitchFamily="34" charset="-128"/>
                </a:defRPr>
              </a:lvl4pPr>
              <a:lvl5pPr marL="2057400" indent="-228600">
                <a:defRPr sz="1400">
                  <a:solidFill>
                    <a:schemeClr val="accent2"/>
                  </a:solidFill>
                  <a:latin typeface="Helvetica" panose="020B0604020202020204" pitchFamily="34" charset="0"/>
                  <a:ea typeface="MS PGothic" panose="020B0600070205080204" pitchFamily="34" charset="-128"/>
                </a:defRPr>
              </a:lvl5pPr>
              <a:lvl6pPr marL="25146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6pPr>
              <a:lvl7pPr marL="29718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7pPr>
              <a:lvl8pPr marL="34290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8pPr>
              <a:lvl9pPr marL="38862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9pPr>
            </a:lstStyle>
            <a:p>
              <a:endParaRPr lang="en-US" altLang="en-US"/>
            </a:p>
          </p:txBody>
        </p:sp>
        <p:sp>
          <p:nvSpPr>
            <p:cNvPr id="17419" name="AutoShape 11">
              <a:extLst>
                <a:ext uri="{FF2B5EF4-FFF2-40B4-BE49-F238E27FC236}">
                  <a16:creationId xmlns:a16="http://schemas.microsoft.com/office/drawing/2014/main" id="{FA63934C-BC30-4C02-987B-1A89C65AA767}"/>
                </a:ext>
              </a:extLst>
            </p:cNvPr>
            <p:cNvSpPr>
              <a:spLocks noChangeArrowheads="1"/>
            </p:cNvSpPr>
            <p:nvPr/>
          </p:nvSpPr>
          <p:spPr bwMode="auto">
            <a:xfrm>
              <a:off x="710" y="1608"/>
              <a:ext cx="284" cy="442"/>
            </a:xfrm>
            <a:prstGeom prst="roundRect">
              <a:avLst>
                <a:gd name="adj" fmla="val 23417"/>
              </a:avLst>
            </a:prstGeom>
            <a:noFill/>
            <a:ln w="36513">
              <a:solidFill>
                <a:srgbClr val="FFDC99"/>
              </a:solidFill>
              <a:round/>
              <a:headEnd/>
              <a:tailEnd/>
            </a:ln>
            <a:extLst>
              <a:ext uri="{909E8E84-426E-40DD-AFC4-6F175D3DCCD1}">
                <a14:hiddenFill xmlns:a14="http://schemas.microsoft.com/office/drawing/2010/main">
                  <a:solidFill>
                    <a:srgbClr val="FFFFFF"/>
                  </a:solidFill>
                </a14:hiddenFill>
              </a:ext>
            </a:extLst>
          </p:spPr>
          <p:txBody>
            <a:bodyPr/>
            <a:lstStyle>
              <a:lvl1pPr>
                <a:defRPr sz="1400">
                  <a:solidFill>
                    <a:schemeClr val="accent2"/>
                  </a:solidFill>
                  <a:latin typeface="Helvetica" panose="020B0604020202020204" pitchFamily="34" charset="0"/>
                  <a:ea typeface="MS PGothic" panose="020B0600070205080204" pitchFamily="34" charset="-128"/>
                </a:defRPr>
              </a:lvl1pPr>
              <a:lvl2pPr marL="742950" indent="-285750">
                <a:defRPr sz="1400">
                  <a:solidFill>
                    <a:schemeClr val="accent2"/>
                  </a:solidFill>
                  <a:latin typeface="Helvetica" panose="020B0604020202020204" pitchFamily="34" charset="0"/>
                  <a:ea typeface="MS PGothic" panose="020B0600070205080204" pitchFamily="34" charset="-128"/>
                </a:defRPr>
              </a:lvl2pPr>
              <a:lvl3pPr marL="1143000" indent="-228600">
                <a:defRPr sz="1400">
                  <a:solidFill>
                    <a:schemeClr val="accent2"/>
                  </a:solidFill>
                  <a:latin typeface="Helvetica" panose="020B0604020202020204" pitchFamily="34" charset="0"/>
                  <a:ea typeface="MS PGothic" panose="020B0600070205080204" pitchFamily="34" charset="-128"/>
                </a:defRPr>
              </a:lvl3pPr>
              <a:lvl4pPr marL="1600200" indent="-228600">
                <a:defRPr sz="1400">
                  <a:solidFill>
                    <a:schemeClr val="accent2"/>
                  </a:solidFill>
                  <a:latin typeface="Helvetica" panose="020B0604020202020204" pitchFamily="34" charset="0"/>
                  <a:ea typeface="MS PGothic" panose="020B0600070205080204" pitchFamily="34" charset="-128"/>
                </a:defRPr>
              </a:lvl4pPr>
              <a:lvl5pPr marL="2057400" indent="-228600">
                <a:defRPr sz="1400">
                  <a:solidFill>
                    <a:schemeClr val="accent2"/>
                  </a:solidFill>
                  <a:latin typeface="Helvetica" panose="020B0604020202020204" pitchFamily="34" charset="0"/>
                  <a:ea typeface="MS PGothic" panose="020B0600070205080204" pitchFamily="34" charset="-128"/>
                </a:defRPr>
              </a:lvl5pPr>
              <a:lvl6pPr marL="25146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6pPr>
              <a:lvl7pPr marL="29718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7pPr>
              <a:lvl8pPr marL="34290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8pPr>
              <a:lvl9pPr marL="38862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9pPr>
            </a:lstStyle>
            <a:p>
              <a:endParaRPr lang="en-US" altLang="en-US"/>
            </a:p>
          </p:txBody>
        </p:sp>
        <p:sp>
          <p:nvSpPr>
            <p:cNvPr id="17420" name="Rectangle 12">
              <a:extLst>
                <a:ext uri="{FF2B5EF4-FFF2-40B4-BE49-F238E27FC236}">
                  <a16:creationId xmlns:a16="http://schemas.microsoft.com/office/drawing/2014/main" id="{F437D6E2-0831-4904-B703-681A2672AC0F}"/>
                </a:ext>
              </a:extLst>
            </p:cNvPr>
            <p:cNvSpPr>
              <a:spLocks noChangeArrowheads="1"/>
            </p:cNvSpPr>
            <p:nvPr/>
          </p:nvSpPr>
          <p:spPr bwMode="auto">
            <a:xfrm>
              <a:off x="710" y="1608"/>
              <a:ext cx="268" cy="20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accent2"/>
                  </a:solidFill>
                  <a:latin typeface="Helvetica" panose="020B0604020202020204" pitchFamily="34" charset="0"/>
                  <a:ea typeface="MS PGothic" panose="020B0600070205080204" pitchFamily="34" charset="-128"/>
                </a:defRPr>
              </a:lvl1pPr>
              <a:lvl2pPr marL="742950" indent="-285750">
                <a:defRPr sz="1400">
                  <a:solidFill>
                    <a:schemeClr val="accent2"/>
                  </a:solidFill>
                  <a:latin typeface="Helvetica" panose="020B0604020202020204" pitchFamily="34" charset="0"/>
                  <a:ea typeface="MS PGothic" panose="020B0600070205080204" pitchFamily="34" charset="-128"/>
                </a:defRPr>
              </a:lvl2pPr>
              <a:lvl3pPr marL="1143000" indent="-228600">
                <a:defRPr sz="1400">
                  <a:solidFill>
                    <a:schemeClr val="accent2"/>
                  </a:solidFill>
                  <a:latin typeface="Helvetica" panose="020B0604020202020204" pitchFamily="34" charset="0"/>
                  <a:ea typeface="MS PGothic" panose="020B0600070205080204" pitchFamily="34" charset="-128"/>
                </a:defRPr>
              </a:lvl3pPr>
              <a:lvl4pPr marL="1600200" indent="-228600">
                <a:defRPr sz="1400">
                  <a:solidFill>
                    <a:schemeClr val="accent2"/>
                  </a:solidFill>
                  <a:latin typeface="Helvetica" panose="020B0604020202020204" pitchFamily="34" charset="0"/>
                  <a:ea typeface="MS PGothic" panose="020B0600070205080204" pitchFamily="34" charset="-128"/>
                </a:defRPr>
              </a:lvl4pPr>
              <a:lvl5pPr marL="2057400" indent="-228600">
                <a:defRPr sz="1400">
                  <a:solidFill>
                    <a:schemeClr val="accent2"/>
                  </a:solidFill>
                  <a:latin typeface="Helvetica" panose="020B0604020202020204" pitchFamily="34" charset="0"/>
                  <a:ea typeface="MS PGothic" panose="020B0600070205080204" pitchFamily="34" charset="-128"/>
                </a:defRPr>
              </a:lvl5pPr>
              <a:lvl6pPr marL="25146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6pPr>
              <a:lvl7pPr marL="29718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7pPr>
              <a:lvl8pPr marL="34290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8pPr>
              <a:lvl9pPr marL="38862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9pPr>
            </a:lstStyle>
            <a:p>
              <a:endParaRPr lang="en-US" altLang="en-US"/>
            </a:p>
          </p:txBody>
        </p:sp>
        <p:sp>
          <p:nvSpPr>
            <p:cNvPr id="17421" name="Rectangle 13">
              <a:extLst>
                <a:ext uri="{FF2B5EF4-FFF2-40B4-BE49-F238E27FC236}">
                  <a16:creationId xmlns:a16="http://schemas.microsoft.com/office/drawing/2014/main" id="{94C51CED-D47D-4F3A-AAF3-132B416EF981}"/>
                </a:ext>
              </a:extLst>
            </p:cNvPr>
            <p:cNvSpPr>
              <a:spLocks noChangeArrowheads="1"/>
            </p:cNvSpPr>
            <p:nvPr/>
          </p:nvSpPr>
          <p:spPr bwMode="auto">
            <a:xfrm>
              <a:off x="710" y="1608"/>
              <a:ext cx="284" cy="221"/>
            </a:xfrm>
            <a:prstGeom prst="rect">
              <a:avLst/>
            </a:prstGeom>
            <a:noFill/>
            <a:ln w="36513">
              <a:solidFill>
                <a:srgbClr val="FFFFFF"/>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1400">
                  <a:solidFill>
                    <a:schemeClr val="accent2"/>
                  </a:solidFill>
                  <a:latin typeface="Helvetica" panose="020B0604020202020204" pitchFamily="34" charset="0"/>
                  <a:ea typeface="MS PGothic" panose="020B0600070205080204" pitchFamily="34" charset="-128"/>
                </a:defRPr>
              </a:lvl1pPr>
              <a:lvl2pPr marL="742950" indent="-285750">
                <a:defRPr sz="1400">
                  <a:solidFill>
                    <a:schemeClr val="accent2"/>
                  </a:solidFill>
                  <a:latin typeface="Helvetica" panose="020B0604020202020204" pitchFamily="34" charset="0"/>
                  <a:ea typeface="MS PGothic" panose="020B0600070205080204" pitchFamily="34" charset="-128"/>
                </a:defRPr>
              </a:lvl2pPr>
              <a:lvl3pPr marL="1143000" indent="-228600">
                <a:defRPr sz="1400">
                  <a:solidFill>
                    <a:schemeClr val="accent2"/>
                  </a:solidFill>
                  <a:latin typeface="Helvetica" panose="020B0604020202020204" pitchFamily="34" charset="0"/>
                  <a:ea typeface="MS PGothic" panose="020B0600070205080204" pitchFamily="34" charset="-128"/>
                </a:defRPr>
              </a:lvl3pPr>
              <a:lvl4pPr marL="1600200" indent="-228600">
                <a:defRPr sz="1400">
                  <a:solidFill>
                    <a:schemeClr val="accent2"/>
                  </a:solidFill>
                  <a:latin typeface="Helvetica" panose="020B0604020202020204" pitchFamily="34" charset="0"/>
                  <a:ea typeface="MS PGothic" panose="020B0600070205080204" pitchFamily="34" charset="-128"/>
                </a:defRPr>
              </a:lvl4pPr>
              <a:lvl5pPr marL="2057400" indent="-228600">
                <a:defRPr sz="1400">
                  <a:solidFill>
                    <a:schemeClr val="accent2"/>
                  </a:solidFill>
                  <a:latin typeface="Helvetica" panose="020B0604020202020204" pitchFamily="34" charset="0"/>
                  <a:ea typeface="MS PGothic" panose="020B0600070205080204" pitchFamily="34" charset="-128"/>
                </a:defRPr>
              </a:lvl5pPr>
              <a:lvl6pPr marL="25146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6pPr>
              <a:lvl7pPr marL="29718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7pPr>
              <a:lvl8pPr marL="34290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8pPr>
              <a:lvl9pPr marL="38862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9pPr>
            </a:lstStyle>
            <a:p>
              <a:endParaRPr lang="en-US" altLang="en-US"/>
            </a:p>
          </p:txBody>
        </p:sp>
        <p:sp>
          <p:nvSpPr>
            <p:cNvPr id="17422" name="AutoShape 14">
              <a:extLst>
                <a:ext uri="{FF2B5EF4-FFF2-40B4-BE49-F238E27FC236}">
                  <a16:creationId xmlns:a16="http://schemas.microsoft.com/office/drawing/2014/main" id="{A5325C01-3C7C-4D6B-AC28-5F5A1102DD90}"/>
                </a:ext>
              </a:extLst>
            </p:cNvPr>
            <p:cNvSpPr>
              <a:spLocks noChangeArrowheads="1"/>
            </p:cNvSpPr>
            <p:nvPr/>
          </p:nvSpPr>
          <p:spPr bwMode="auto">
            <a:xfrm>
              <a:off x="710" y="1608"/>
              <a:ext cx="284" cy="442"/>
            </a:xfrm>
            <a:prstGeom prst="roundRect">
              <a:avLst>
                <a:gd name="adj" fmla="val 23417"/>
              </a:avLst>
            </a:prstGeom>
            <a:noFill/>
            <a:ln w="3651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1400">
                  <a:solidFill>
                    <a:schemeClr val="accent2"/>
                  </a:solidFill>
                  <a:latin typeface="Helvetica" panose="020B0604020202020204" pitchFamily="34" charset="0"/>
                  <a:ea typeface="MS PGothic" panose="020B0600070205080204" pitchFamily="34" charset="-128"/>
                </a:defRPr>
              </a:lvl1pPr>
              <a:lvl2pPr marL="742950" indent="-285750">
                <a:defRPr sz="1400">
                  <a:solidFill>
                    <a:schemeClr val="accent2"/>
                  </a:solidFill>
                  <a:latin typeface="Helvetica" panose="020B0604020202020204" pitchFamily="34" charset="0"/>
                  <a:ea typeface="MS PGothic" panose="020B0600070205080204" pitchFamily="34" charset="-128"/>
                </a:defRPr>
              </a:lvl2pPr>
              <a:lvl3pPr marL="1143000" indent="-228600">
                <a:defRPr sz="1400">
                  <a:solidFill>
                    <a:schemeClr val="accent2"/>
                  </a:solidFill>
                  <a:latin typeface="Helvetica" panose="020B0604020202020204" pitchFamily="34" charset="0"/>
                  <a:ea typeface="MS PGothic" panose="020B0600070205080204" pitchFamily="34" charset="-128"/>
                </a:defRPr>
              </a:lvl3pPr>
              <a:lvl4pPr marL="1600200" indent="-228600">
                <a:defRPr sz="1400">
                  <a:solidFill>
                    <a:schemeClr val="accent2"/>
                  </a:solidFill>
                  <a:latin typeface="Helvetica" panose="020B0604020202020204" pitchFamily="34" charset="0"/>
                  <a:ea typeface="MS PGothic" panose="020B0600070205080204" pitchFamily="34" charset="-128"/>
                </a:defRPr>
              </a:lvl4pPr>
              <a:lvl5pPr marL="2057400" indent="-228600">
                <a:defRPr sz="1400">
                  <a:solidFill>
                    <a:schemeClr val="accent2"/>
                  </a:solidFill>
                  <a:latin typeface="Helvetica" panose="020B0604020202020204" pitchFamily="34" charset="0"/>
                  <a:ea typeface="MS PGothic" panose="020B0600070205080204" pitchFamily="34" charset="-128"/>
                </a:defRPr>
              </a:lvl5pPr>
              <a:lvl6pPr marL="25146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6pPr>
              <a:lvl7pPr marL="29718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7pPr>
              <a:lvl8pPr marL="34290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8pPr>
              <a:lvl9pPr marL="38862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9pPr>
            </a:lstStyle>
            <a:p>
              <a:endParaRPr lang="en-US" altLang="en-US"/>
            </a:p>
          </p:txBody>
        </p:sp>
        <p:sp>
          <p:nvSpPr>
            <p:cNvPr id="17423" name="Line 15">
              <a:extLst>
                <a:ext uri="{FF2B5EF4-FFF2-40B4-BE49-F238E27FC236}">
                  <a16:creationId xmlns:a16="http://schemas.microsoft.com/office/drawing/2014/main" id="{599D589A-7CA2-4F39-82E7-DBBB99833375}"/>
                </a:ext>
              </a:extLst>
            </p:cNvPr>
            <p:cNvSpPr>
              <a:spLocks noChangeShapeType="1"/>
            </p:cNvSpPr>
            <p:nvPr/>
          </p:nvSpPr>
          <p:spPr bwMode="auto">
            <a:xfrm>
              <a:off x="4194" y="1955"/>
              <a:ext cx="268" cy="1"/>
            </a:xfrm>
            <a:prstGeom prst="line">
              <a:avLst/>
            </a:prstGeom>
            <a:noFill/>
            <a:ln w="36513">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24" name="Line 16">
              <a:extLst>
                <a:ext uri="{FF2B5EF4-FFF2-40B4-BE49-F238E27FC236}">
                  <a16:creationId xmlns:a16="http://schemas.microsoft.com/office/drawing/2014/main" id="{2D502E94-3C72-467C-8A97-E0FEC93126B3}"/>
                </a:ext>
              </a:extLst>
            </p:cNvPr>
            <p:cNvSpPr>
              <a:spLocks noChangeShapeType="1"/>
            </p:cNvSpPr>
            <p:nvPr/>
          </p:nvSpPr>
          <p:spPr bwMode="auto">
            <a:xfrm>
              <a:off x="4194" y="2081"/>
              <a:ext cx="268" cy="1"/>
            </a:xfrm>
            <a:prstGeom prst="line">
              <a:avLst/>
            </a:prstGeom>
            <a:noFill/>
            <a:ln w="36513">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25" name="Line 17">
              <a:extLst>
                <a:ext uri="{FF2B5EF4-FFF2-40B4-BE49-F238E27FC236}">
                  <a16:creationId xmlns:a16="http://schemas.microsoft.com/office/drawing/2014/main" id="{47125380-F705-45CE-B307-7FB31AF03FCB}"/>
                </a:ext>
              </a:extLst>
            </p:cNvPr>
            <p:cNvSpPr>
              <a:spLocks noChangeShapeType="1"/>
            </p:cNvSpPr>
            <p:nvPr/>
          </p:nvSpPr>
          <p:spPr bwMode="auto">
            <a:xfrm>
              <a:off x="4209" y="2207"/>
              <a:ext cx="253" cy="1"/>
            </a:xfrm>
            <a:prstGeom prst="line">
              <a:avLst/>
            </a:prstGeom>
            <a:noFill/>
            <a:ln w="36513">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26" name="AutoShape 18">
              <a:extLst>
                <a:ext uri="{FF2B5EF4-FFF2-40B4-BE49-F238E27FC236}">
                  <a16:creationId xmlns:a16="http://schemas.microsoft.com/office/drawing/2014/main" id="{3C5B7F7F-668B-42E2-A085-09CFBA2E55DD}"/>
                </a:ext>
              </a:extLst>
            </p:cNvPr>
            <p:cNvSpPr>
              <a:spLocks noChangeArrowheads="1"/>
            </p:cNvSpPr>
            <p:nvPr/>
          </p:nvSpPr>
          <p:spPr bwMode="auto">
            <a:xfrm>
              <a:off x="3310" y="1293"/>
              <a:ext cx="887" cy="1119"/>
            </a:xfrm>
            <a:prstGeom prst="roundRect">
              <a:avLst>
                <a:gd name="adj" fmla="val 7681"/>
              </a:avLst>
            </a:prstGeom>
            <a:solidFill>
              <a:srgbClr val="FFDC9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1400">
                  <a:solidFill>
                    <a:schemeClr val="accent2"/>
                  </a:solidFill>
                  <a:latin typeface="Helvetica" panose="020B0604020202020204" pitchFamily="34" charset="0"/>
                  <a:ea typeface="MS PGothic" panose="020B0600070205080204" pitchFamily="34" charset="-128"/>
                </a:defRPr>
              </a:lvl1pPr>
              <a:lvl2pPr marL="742950" indent="-285750">
                <a:defRPr sz="1400">
                  <a:solidFill>
                    <a:schemeClr val="accent2"/>
                  </a:solidFill>
                  <a:latin typeface="Helvetica" panose="020B0604020202020204" pitchFamily="34" charset="0"/>
                  <a:ea typeface="MS PGothic" panose="020B0600070205080204" pitchFamily="34" charset="-128"/>
                </a:defRPr>
              </a:lvl2pPr>
              <a:lvl3pPr marL="1143000" indent="-228600">
                <a:defRPr sz="1400">
                  <a:solidFill>
                    <a:schemeClr val="accent2"/>
                  </a:solidFill>
                  <a:latin typeface="Helvetica" panose="020B0604020202020204" pitchFamily="34" charset="0"/>
                  <a:ea typeface="MS PGothic" panose="020B0600070205080204" pitchFamily="34" charset="-128"/>
                </a:defRPr>
              </a:lvl3pPr>
              <a:lvl4pPr marL="1600200" indent="-228600">
                <a:defRPr sz="1400">
                  <a:solidFill>
                    <a:schemeClr val="accent2"/>
                  </a:solidFill>
                  <a:latin typeface="Helvetica" panose="020B0604020202020204" pitchFamily="34" charset="0"/>
                  <a:ea typeface="MS PGothic" panose="020B0600070205080204" pitchFamily="34" charset="-128"/>
                </a:defRPr>
              </a:lvl4pPr>
              <a:lvl5pPr marL="2057400" indent="-228600">
                <a:defRPr sz="1400">
                  <a:solidFill>
                    <a:schemeClr val="accent2"/>
                  </a:solidFill>
                  <a:latin typeface="Helvetica" panose="020B0604020202020204" pitchFamily="34" charset="0"/>
                  <a:ea typeface="MS PGothic" panose="020B0600070205080204" pitchFamily="34" charset="-128"/>
                </a:defRPr>
              </a:lvl5pPr>
              <a:lvl6pPr marL="25146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6pPr>
              <a:lvl7pPr marL="29718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7pPr>
              <a:lvl8pPr marL="34290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8pPr>
              <a:lvl9pPr marL="38862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9pPr>
            </a:lstStyle>
            <a:p>
              <a:endParaRPr lang="en-US" altLang="en-US"/>
            </a:p>
          </p:txBody>
        </p:sp>
        <p:sp>
          <p:nvSpPr>
            <p:cNvPr id="17427" name="AutoShape 19">
              <a:extLst>
                <a:ext uri="{FF2B5EF4-FFF2-40B4-BE49-F238E27FC236}">
                  <a16:creationId xmlns:a16="http://schemas.microsoft.com/office/drawing/2014/main" id="{DF0C2AEF-DF09-410F-8FAF-FA022B901FB3}"/>
                </a:ext>
              </a:extLst>
            </p:cNvPr>
            <p:cNvSpPr>
              <a:spLocks noChangeArrowheads="1"/>
            </p:cNvSpPr>
            <p:nvPr/>
          </p:nvSpPr>
          <p:spPr bwMode="auto">
            <a:xfrm>
              <a:off x="3310" y="1293"/>
              <a:ext cx="882" cy="1135"/>
            </a:xfrm>
            <a:prstGeom prst="roundRect">
              <a:avLst>
                <a:gd name="adj" fmla="val 7542"/>
              </a:avLst>
            </a:prstGeom>
            <a:noFill/>
            <a:ln w="36513">
              <a:solidFill>
                <a:srgbClr val="FFDC99"/>
              </a:solidFill>
              <a:round/>
              <a:headEnd/>
              <a:tailEnd/>
            </a:ln>
            <a:extLst>
              <a:ext uri="{909E8E84-426E-40DD-AFC4-6F175D3DCCD1}">
                <a14:hiddenFill xmlns:a14="http://schemas.microsoft.com/office/drawing/2010/main">
                  <a:solidFill>
                    <a:srgbClr val="FFFFFF"/>
                  </a:solidFill>
                </a14:hiddenFill>
              </a:ext>
            </a:extLst>
          </p:spPr>
          <p:txBody>
            <a:bodyPr/>
            <a:lstStyle>
              <a:lvl1pPr>
                <a:defRPr sz="1400">
                  <a:solidFill>
                    <a:schemeClr val="accent2"/>
                  </a:solidFill>
                  <a:latin typeface="Helvetica" panose="020B0604020202020204" pitchFamily="34" charset="0"/>
                  <a:ea typeface="MS PGothic" panose="020B0600070205080204" pitchFamily="34" charset="-128"/>
                </a:defRPr>
              </a:lvl1pPr>
              <a:lvl2pPr marL="742950" indent="-285750">
                <a:defRPr sz="1400">
                  <a:solidFill>
                    <a:schemeClr val="accent2"/>
                  </a:solidFill>
                  <a:latin typeface="Helvetica" panose="020B0604020202020204" pitchFamily="34" charset="0"/>
                  <a:ea typeface="MS PGothic" panose="020B0600070205080204" pitchFamily="34" charset="-128"/>
                </a:defRPr>
              </a:lvl2pPr>
              <a:lvl3pPr marL="1143000" indent="-228600">
                <a:defRPr sz="1400">
                  <a:solidFill>
                    <a:schemeClr val="accent2"/>
                  </a:solidFill>
                  <a:latin typeface="Helvetica" panose="020B0604020202020204" pitchFamily="34" charset="0"/>
                  <a:ea typeface="MS PGothic" panose="020B0600070205080204" pitchFamily="34" charset="-128"/>
                </a:defRPr>
              </a:lvl3pPr>
              <a:lvl4pPr marL="1600200" indent="-228600">
                <a:defRPr sz="1400">
                  <a:solidFill>
                    <a:schemeClr val="accent2"/>
                  </a:solidFill>
                  <a:latin typeface="Helvetica" panose="020B0604020202020204" pitchFamily="34" charset="0"/>
                  <a:ea typeface="MS PGothic" panose="020B0600070205080204" pitchFamily="34" charset="-128"/>
                </a:defRPr>
              </a:lvl4pPr>
              <a:lvl5pPr marL="2057400" indent="-228600">
                <a:defRPr sz="1400">
                  <a:solidFill>
                    <a:schemeClr val="accent2"/>
                  </a:solidFill>
                  <a:latin typeface="Helvetica" panose="020B0604020202020204" pitchFamily="34" charset="0"/>
                  <a:ea typeface="MS PGothic" panose="020B0600070205080204" pitchFamily="34" charset="-128"/>
                </a:defRPr>
              </a:lvl5pPr>
              <a:lvl6pPr marL="25146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6pPr>
              <a:lvl7pPr marL="29718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7pPr>
              <a:lvl8pPr marL="34290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8pPr>
              <a:lvl9pPr marL="38862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9pPr>
            </a:lstStyle>
            <a:p>
              <a:endParaRPr lang="en-US" altLang="en-US"/>
            </a:p>
          </p:txBody>
        </p:sp>
        <p:sp>
          <p:nvSpPr>
            <p:cNvPr id="17428" name="Line 20">
              <a:extLst>
                <a:ext uri="{FF2B5EF4-FFF2-40B4-BE49-F238E27FC236}">
                  <a16:creationId xmlns:a16="http://schemas.microsoft.com/office/drawing/2014/main" id="{8FCFE2D2-92ED-46C9-862A-8306AC2D4903}"/>
                </a:ext>
              </a:extLst>
            </p:cNvPr>
            <p:cNvSpPr>
              <a:spLocks noChangeShapeType="1"/>
            </p:cNvSpPr>
            <p:nvPr/>
          </p:nvSpPr>
          <p:spPr bwMode="auto">
            <a:xfrm>
              <a:off x="3310" y="1861"/>
              <a:ext cx="866" cy="1"/>
            </a:xfrm>
            <a:prstGeom prst="line">
              <a:avLst/>
            </a:prstGeom>
            <a:noFill/>
            <a:ln w="36513">
              <a:solidFill>
                <a:srgbClr val="FFDC99"/>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29" name="Rectangle 21">
              <a:extLst>
                <a:ext uri="{FF2B5EF4-FFF2-40B4-BE49-F238E27FC236}">
                  <a16:creationId xmlns:a16="http://schemas.microsoft.com/office/drawing/2014/main" id="{E7BFB9EE-1A68-4409-8015-154DB5053DF3}"/>
                </a:ext>
              </a:extLst>
            </p:cNvPr>
            <p:cNvSpPr>
              <a:spLocks noChangeArrowheads="1"/>
            </p:cNvSpPr>
            <p:nvPr/>
          </p:nvSpPr>
          <p:spPr bwMode="auto">
            <a:xfrm>
              <a:off x="3294" y="1278"/>
              <a:ext cx="882" cy="56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accent2"/>
                  </a:solidFill>
                  <a:latin typeface="Helvetica" panose="020B0604020202020204" pitchFamily="34" charset="0"/>
                  <a:ea typeface="MS PGothic" panose="020B0600070205080204" pitchFamily="34" charset="-128"/>
                </a:defRPr>
              </a:lvl1pPr>
              <a:lvl2pPr marL="742950" indent="-285750">
                <a:defRPr sz="1400">
                  <a:solidFill>
                    <a:schemeClr val="accent2"/>
                  </a:solidFill>
                  <a:latin typeface="Helvetica" panose="020B0604020202020204" pitchFamily="34" charset="0"/>
                  <a:ea typeface="MS PGothic" panose="020B0600070205080204" pitchFamily="34" charset="-128"/>
                </a:defRPr>
              </a:lvl2pPr>
              <a:lvl3pPr marL="1143000" indent="-228600">
                <a:defRPr sz="1400">
                  <a:solidFill>
                    <a:schemeClr val="accent2"/>
                  </a:solidFill>
                  <a:latin typeface="Helvetica" panose="020B0604020202020204" pitchFamily="34" charset="0"/>
                  <a:ea typeface="MS PGothic" panose="020B0600070205080204" pitchFamily="34" charset="-128"/>
                </a:defRPr>
              </a:lvl3pPr>
              <a:lvl4pPr marL="1600200" indent="-228600">
                <a:defRPr sz="1400">
                  <a:solidFill>
                    <a:schemeClr val="accent2"/>
                  </a:solidFill>
                  <a:latin typeface="Helvetica" panose="020B0604020202020204" pitchFamily="34" charset="0"/>
                  <a:ea typeface="MS PGothic" panose="020B0600070205080204" pitchFamily="34" charset="-128"/>
                </a:defRPr>
              </a:lvl4pPr>
              <a:lvl5pPr marL="2057400" indent="-228600">
                <a:defRPr sz="1400">
                  <a:solidFill>
                    <a:schemeClr val="accent2"/>
                  </a:solidFill>
                  <a:latin typeface="Helvetica" panose="020B0604020202020204" pitchFamily="34" charset="0"/>
                  <a:ea typeface="MS PGothic" panose="020B0600070205080204" pitchFamily="34" charset="-128"/>
                </a:defRPr>
              </a:lvl5pPr>
              <a:lvl6pPr marL="25146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6pPr>
              <a:lvl7pPr marL="29718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7pPr>
              <a:lvl8pPr marL="34290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8pPr>
              <a:lvl9pPr marL="38862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9pPr>
            </a:lstStyle>
            <a:p>
              <a:endParaRPr lang="en-US" altLang="en-US"/>
            </a:p>
          </p:txBody>
        </p:sp>
        <p:sp>
          <p:nvSpPr>
            <p:cNvPr id="17430" name="Rectangle 22">
              <a:extLst>
                <a:ext uri="{FF2B5EF4-FFF2-40B4-BE49-F238E27FC236}">
                  <a16:creationId xmlns:a16="http://schemas.microsoft.com/office/drawing/2014/main" id="{245DBB5F-FA5E-4A3E-8C4A-C97C6C0AC1C6}"/>
                </a:ext>
              </a:extLst>
            </p:cNvPr>
            <p:cNvSpPr>
              <a:spLocks noChangeArrowheads="1"/>
            </p:cNvSpPr>
            <p:nvPr/>
          </p:nvSpPr>
          <p:spPr bwMode="auto">
            <a:xfrm>
              <a:off x="3294" y="1278"/>
              <a:ext cx="898" cy="583"/>
            </a:xfrm>
            <a:prstGeom prst="rect">
              <a:avLst/>
            </a:prstGeom>
            <a:noFill/>
            <a:ln w="36513">
              <a:solidFill>
                <a:srgbClr val="FFFFFF"/>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1400">
                  <a:solidFill>
                    <a:schemeClr val="accent2"/>
                  </a:solidFill>
                  <a:latin typeface="Helvetica" panose="020B0604020202020204" pitchFamily="34" charset="0"/>
                  <a:ea typeface="MS PGothic" panose="020B0600070205080204" pitchFamily="34" charset="-128"/>
                </a:defRPr>
              </a:lvl1pPr>
              <a:lvl2pPr marL="742950" indent="-285750">
                <a:defRPr sz="1400">
                  <a:solidFill>
                    <a:schemeClr val="accent2"/>
                  </a:solidFill>
                  <a:latin typeface="Helvetica" panose="020B0604020202020204" pitchFamily="34" charset="0"/>
                  <a:ea typeface="MS PGothic" panose="020B0600070205080204" pitchFamily="34" charset="-128"/>
                </a:defRPr>
              </a:lvl2pPr>
              <a:lvl3pPr marL="1143000" indent="-228600">
                <a:defRPr sz="1400">
                  <a:solidFill>
                    <a:schemeClr val="accent2"/>
                  </a:solidFill>
                  <a:latin typeface="Helvetica" panose="020B0604020202020204" pitchFamily="34" charset="0"/>
                  <a:ea typeface="MS PGothic" panose="020B0600070205080204" pitchFamily="34" charset="-128"/>
                </a:defRPr>
              </a:lvl3pPr>
              <a:lvl4pPr marL="1600200" indent="-228600">
                <a:defRPr sz="1400">
                  <a:solidFill>
                    <a:schemeClr val="accent2"/>
                  </a:solidFill>
                  <a:latin typeface="Helvetica" panose="020B0604020202020204" pitchFamily="34" charset="0"/>
                  <a:ea typeface="MS PGothic" panose="020B0600070205080204" pitchFamily="34" charset="-128"/>
                </a:defRPr>
              </a:lvl4pPr>
              <a:lvl5pPr marL="2057400" indent="-228600">
                <a:defRPr sz="1400">
                  <a:solidFill>
                    <a:schemeClr val="accent2"/>
                  </a:solidFill>
                  <a:latin typeface="Helvetica" panose="020B0604020202020204" pitchFamily="34" charset="0"/>
                  <a:ea typeface="MS PGothic" panose="020B0600070205080204" pitchFamily="34" charset="-128"/>
                </a:defRPr>
              </a:lvl5pPr>
              <a:lvl6pPr marL="25146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6pPr>
              <a:lvl7pPr marL="29718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7pPr>
              <a:lvl8pPr marL="34290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8pPr>
              <a:lvl9pPr marL="38862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9pPr>
            </a:lstStyle>
            <a:p>
              <a:endParaRPr lang="en-US" altLang="en-US"/>
            </a:p>
          </p:txBody>
        </p:sp>
        <p:sp>
          <p:nvSpPr>
            <p:cNvPr id="17431" name="AutoShape 23">
              <a:extLst>
                <a:ext uri="{FF2B5EF4-FFF2-40B4-BE49-F238E27FC236}">
                  <a16:creationId xmlns:a16="http://schemas.microsoft.com/office/drawing/2014/main" id="{92B4F460-59CD-442E-94CA-9912D915640B}"/>
                </a:ext>
              </a:extLst>
            </p:cNvPr>
            <p:cNvSpPr>
              <a:spLocks noChangeArrowheads="1"/>
            </p:cNvSpPr>
            <p:nvPr/>
          </p:nvSpPr>
          <p:spPr bwMode="auto">
            <a:xfrm>
              <a:off x="3310" y="1293"/>
              <a:ext cx="903" cy="1135"/>
            </a:xfrm>
            <a:prstGeom prst="roundRect">
              <a:avLst>
                <a:gd name="adj" fmla="val 7542"/>
              </a:avLst>
            </a:prstGeom>
            <a:noFill/>
            <a:ln w="3651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1400">
                  <a:solidFill>
                    <a:schemeClr val="accent2"/>
                  </a:solidFill>
                  <a:latin typeface="Helvetica" panose="020B0604020202020204" pitchFamily="34" charset="0"/>
                  <a:ea typeface="MS PGothic" panose="020B0600070205080204" pitchFamily="34" charset="-128"/>
                </a:defRPr>
              </a:lvl1pPr>
              <a:lvl2pPr marL="742950" indent="-285750">
                <a:defRPr sz="1400">
                  <a:solidFill>
                    <a:schemeClr val="accent2"/>
                  </a:solidFill>
                  <a:latin typeface="Helvetica" panose="020B0604020202020204" pitchFamily="34" charset="0"/>
                  <a:ea typeface="MS PGothic" panose="020B0600070205080204" pitchFamily="34" charset="-128"/>
                </a:defRPr>
              </a:lvl2pPr>
              <a:lvl3pPr marL="1143000" indent="-228600">
                <a:defRPr sz="1400">
                  <a:solidFill>
                    <a:schemeClr val="accent2"/>
                  </a:solidFill>
                  <a:latin typeface="Helvetica" panose="020B0604020202020204" pitchFamily="34" charset="0"/>
                  <a:ea typeface="MS PGothic" panose="020B0600070205080204" pitchFamily="34" charset="-128"/>
                </a:defRPr>
              </a:lvl3pPr>
              <a:lvl4pPr marL="1600200" indent="-228600">
                <a:defRPr sz="1400">
                  <a:solidFill>
                    <a:schemeClr val="accent2"/>
                  </a:solidFill>
                  <a:latin typeface="Helvetica" panose="020B0604020202020204" pitchFamily="34" charset="0"/>
                  <a:ea typeface="MS PGothic" panose="020B0600070205080204" pitchFamily="34" charset="-128"/>
                </a:defRPr>
              </a:lvl4pPr>
              <a:lvl5pPr marL="2057400" indent="-228600">
                <a:defRPr sz="1400">
                  <a:solidFill>
                    <a:schemeClr val="accent2"/>
                  </a:solidFill>
                  <a:latin typeface="Helvetica" panose="020B0604020202020204" pitchFamily="34" charset="0"/>
                  <a:ea typeface="MS PGothic" panose="020B0600070205080204" pitchFamily="34" charset="-128"/>
                </a:defRPr>
              </a:lvl5pPr>
              <a:lvl6pPr marL="25146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6pPr>
              <a:lvl7pPr marL="29718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7pPr>
              <a:lvl8pPr marL="34290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8pPr>
              <a:lvl9pPr marL="38862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9pPr>
            </a:lstStyle>
            <a:p>
              <a:endParaRPr lang="en-US" altLang="en-US"/>
            </a:p>
          </p:txBody>
        </p:sp>
        <p:sp>
          <p:nvSpPr>
            <p:cNvPr id="17432" name="Line 24">
              <a:extLst>
                <a:ext uri="{FF2B5EF4-FFF2-40B4-BE49-F238E27FC236}">
                  <a16:creationId xmlns:a16="http://schemas.microsoft.com/office/drawing/2014/main" id="{4BCB5F43-55FA-4A61-8FB1-D03040BACE59}"/>
                </a:ext>
              </a:extLst>
            </p:cNvPr>
            <p:cNvSpPr>
              <a:spLocks noChangeShapeType="1"/>
            </p:cNvSpPr>
            <p:nvPr/>
          </p:nvSpPr>
          <p:spPr bwMode="auto">
            <a:xfrm flipV="1">
              <a:off x="3310" y="1851"/>
              <a:ext cx="888" cy="10"/>
            </a:xfrm>
            <a:prstGeom prst="line">
              <a:avLst/>
            </a:prstGeom>
            <a:noFill/>
            <a:ln w="36513">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33" name="Rectangle 25">
              <a:extLst>
                <a:ext uri="{FF2B5EF4-FFF2-40B4-BE49-F238E27FC236}">
                  <a16:creationId xmlns:a16="http://schemas.microsoft.com/office/drawing/2014/main" id="{BC55D352-2195-461D-8305-BFF65F6ABCA8}"/>
                </a:ext>
              </a:extLst>
            </p:cNvPr>
            <p:cNvSpPr>
              <a:spLocks noChangeArrowheads="1"/>
            </p:cNvSpPr>
            <p:nvPr/>
          </p:nvSpPr>
          <p:spPr bwMode="auto">
            <a:xfrm>
              <a:off x="1685" y="1805"/>
              <a:ext cx="49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400">
                  <a:solidFill>
                    <a:schemeClr val="accent2"/>
                  </a:solidFill>
                  <a:latin typeface="Helvetica" panose="020B0604020202020204" pitchFamily="34" charset="0"/>
                  <a:ea typeface="MS PGothic" panose="020B0600070205080204" pitchFamily="34" charset="-128"/>
                </a:defRPr>
              </a:lvl1pPr>
              <a:lvl2pPr marL="742950" indent="-285750">
                <a:defRPr sz="1400">
                  <a:solidFill>
                    <a:schemeClr val="accent2"/>
                  </a:solidFill>
                  <a:latin typeface="Helvetica" panose="020B0604020202020204" pitchFamily="34" charset="0"/>
                  <a:ea typeface="MS PGothic" panose="020B0600070205080204" pitchFamily="34" charset="-128"/>
                </a:defRPr>
              </a:lvl2pPr>
              <a:lvl3pPr marL="1143000" indent="-228600">
                <a:defRPr sz="1400">
                  <a:solidFill>
                    <a:schemeClr val="accent2"/>
                  </a:solidFill>
                  <a:latin typeface="Helvetica" panose="020B0604020202020204" pitchFamily="34" charset="0"/>
                  <a:ea typeface="MS PGothic" panose="020B0600070205080204" pitchFamily="34" charset="-128"/>
                </a:defRPr>
              </a:lvl3pPr>
              <a:lvl4pPr marL="1600200" indent="-228600">
                <a:defRPr sz="1400">
                  <a:solidFill>
                    <a:schemeClr val="accent2"/>
                  </a:solidFill>
                  <a:latin typeface="Helvetica" panose="020B0604020202020204" pitchFamily="34" charset="0"/>
                  <a:ea typeface="MS PGothic" panose="020B0600070205080204" pitchFamily="34" charset="-128"/>
                </a:defRPr>
              </a:lvl4pPr>
              <a:lvl5pPr marL="2057400" indent="-228600">
                <a:defRPr sz="1400">
                  <a:solidFill>
                    <a:schemeClr val="accent2"/>
                  </a:solidFill>
                  <a:latin typeface="Helvetica" panose="020B0604020202020204" pitchFamily="34" charset="0"/>
                  <a:ea typeface="MS PGothic" panose="020B0600070205080204" pitchFamily="34" charset="-128"/>
                </a:defRPr>
              </a:lvl5pPr>
              <a:lvl6pPr marL="25146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6pPr>
              <a:lvl7pPr marL="29718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7pPr>
              <a:lvl8pPr marL="34290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8pPr>
              <a:lvl9pPr marL="38862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9pPr>
            </a:lstStyle>
            <a:p>
              <a:pPr>
                <a:lnSpc>
                  <a:spcPct val="100000"/>
                </a:lnSpc>
              </a:pPr>
              <a:r>
                <a:rPr lang="en-GB" altLang="en-US" sz="1600" dirty="0">
                  <a:solidFill>
                    <a:srgbClr val="000000"/>
                  </a:solidFill>
                  <a:latin typeface="Arial" panose="020B0604020202020204" pitchFamily="34" charset="0"/>
                </a:rPr>
                <a:t>interface</a:t>
              </a:r>
              <a:endParaRPr lang="en-GB" altLang="en-US" sz="2400" dirty="0">
                <a:solidFill>
                  <a:schemeClr val="tx1"/>
                </a:solidFill>
                <a:latin typeface="Times" panose="02020603050405020304" pitchFamily="18" charset="0"/>
              </a:endParaRPr>
            </a:p>
          </p:txBody>
        </p:sp>
        <p:sp>
          <p:nvSpPr>
            <p:cNvPr id="17434" name="Rectangle 26">
              <a:extLst>
                <a:ext uri="{FF2B5EF4-FFF2-40B4-BE49-F238E27FC236}">
                  <a16:creationId xmlns:a16="http://schemas.microsoft.com/office/drawing/2014/main" id="{8345754D-E65D-46B2-BE78-072FA891D877}"/>
                </a:ext>
              </a:extLst>
            </p:cNvPr>
            <p:cNvSpPr>
              <a:spLocks noChangeArrowheads="1"/>
            </p:cNvSpPr>
            <p:nvPr/>
          </p:nvSpPr>
          <p:spPr bwMode="auto">
            <a:xfrm>
              <a:off x="1743" y="1632"/>
              <a:ext cx="399"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400">
                  <a:solidFill>
                    <a:schemeClr val="accent2"/>
                  </a:solidFill>
                  <a:latin typeface="Helvetica" panose="020B0604020202020204" pitchFamily="34" charset="0"/>
                  <a:ea typeface="MS PGothic" panose="020B0600070205080204" pitchFamily="34" charset="-128"/>
                </a:defRPr>
              </a:lvl1pPr>
              <a:lvl2pPr marL="742950" indent="-285750">
                <a:defRPr sz="1400">
                  <a:solidFill>
                    <a:schemeClr val="accent2"/>
                  </a:solidFill>
                  <a:latin typeface="Helvetica" panose="020B0604020202020204" pitchFamily="34" charset="0"/>
                  <a:ea typeface="MS PGothic" panose="020B0600070205080204" pitchFamily="34" charset="-128"/>
                </a:defRPr>
              </a:lvl2pPr>
              <a:lvl3pPr marL="1143000" indent="-228600">
                <a:defRPr sz="1400">
                  <a:solidFill>
                    <a:schemeClr val="accent2"/>
                  </a:solidFill>
                  <a:latin typeface="Helvetica" panose="020B0604020202020204" pitchFamily="34" charset="0"/>
                  <a:ea typeface="MS PGothic" panose="020B0600070205080204" pitchFamily="34" charset="-128"/>
                </a:defRPr>
              </a:lvl3pPr>
              <a:lvl4pPr marL="1600200" indent="-228600">
                <a:defRPr sz="1400">
                  <a:solidFill>
                    <a:schemeClr val="accent2"/>
                  </a:solidFill>
                  <a:latin typeface="Helvetica" panose="020B0604020202020204" pitchFamily="34" charset="0"/>
                  <a:ea typeface="MS PGothic" panose="020B0600070205080204" pitchFamily="34" charset="-128"/>
                </a:defRPr>
              </a:lvl4pPr>
              <a:lvl5pPr marL="2057400" indent="-228600">
                <a:defRPr sz="1400">
                  <a:solidFill>
                    <a:schemeClr val="accent2"/>
                  </a:solidFill>
                  <a:latin typeface="Helvetica" panose="020B0604020202020204" pitchFamily="34" charset="0"/>
                  <a:ea typeface="MS PGothic" panose="020B0600070205080204" pitchFamily="34" charset="-128"/>
                </a:defRPr>
              </a:lvl5pPr>
              <a:lvl6pPr marL="25146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6pPr>
              <a:lvl7pPr marL="29718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7pPr>
              <a:lvl8pPr marL="34290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8pPr>
              <a:lvl9pPr marL="38862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9pPr>
            </a:lstStyle>
            <a:p>
              <a:pPr>
                <a:lnSpc>
                  <a:spcPct val="100000"/>
                </a:lnSpc>
              </a:pPr>
              <a:r>
                <a:rPr lang="en-GB" altLang="en-US" sz="1600" dirty="0">
                  <a:solidFill>
                    <a:srgbClr val="000000"/>
                  </a:solidFill>
                  <a:latin typeface="Arial" panose="020B0604020202020204" pitchFamily="34" charset="0"/>
                </a:rPr>
                <a:t>remote</a:t>
              </a:r>
              <a:endParaRPr lang="en-GB" altLang="en-US" sz="2400" dirty="0">
                <a:solidFill>
                  <a:schemeClr val="tx1"/>
                </a:solidFill>
                <a:latin typeface="Times" panose="02020603050405020304" pitchFamily="18" charset="0"/>
              </a:endParaRPr>
            </a:p>
          </p:txBody>
        </p:sp>
        <p:sp>
          <p:nvSpPr>
            <p:cNvPr id="17435" name="Oval 27">
              <a:extLst>
                <a:ext uri="{FF2B5EF4-FFF2-40B4-BE49-F238E27FC236}">
                  <a16:creationId xmlns:a16="http://schemas.microsoft.com/office/drawing/2014/main" id="{11E7D0CB-8F74-43AB-AD7C-CE8A9C8A5A6F}"/>
                </a:ext>
              </a:extLst>
            </p:cNvPr>
            <p:cNvSpPr>
              <a:spLocks noChangeArrowheads="1"/>
            </p:cNvSpPr>
            <p:nvPr/>
          </p:nvSpPr>
          <p:spPr bwMode="auto">
            <a:xfrm>
              <a:off x="2680" y="1010"/>
              <a:ext cx="3056" cy="1701"/>
            </a:xfrm>
            <a:prstGeom prst="ellipse">
              <a:avLst/>
            </a:prstGeom>
            <a:noFill/>
            <a:ln w="3651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1400">
                  <a:solidFill>
                    <a:schemeClr val="accent2"/>
                  </a:solidFill>
                  <a:latin typeface="Helvetica" panose="020B0604020202020204" pitchFamily="34" charset="0"/>
                  <a:ea typeface="MS PGothic" panose="020B0600070205080204" pitchFamily="34" charset="-128"/>
                </a:defRPr>
              </a:lvl1pPr>
              <a:lvl2pPr marL="742950" indent="-285750">
                <a:defRPr sz="1400">
                  <a:solidFill>
                    <a:schemeClr val="accent2"/>
                  </a:solidFill>
                  <a:latin typeface="Helvetica" panose="020B0604020202020204" pitchFamily="34" charset="0"/>
                  <a:ea typeface="MS PGothic" panose="020B0600070205080204" pitchFamily="34" charset="-128"/>
                </a:defRPr>
              </a:lvl2pPr>
              <a:lvl3pPr marL="1143000" indent="-228600">
                <a:defRPr sz="1400">
                  <a:solidFill>
                    <a:schemeClr val="accent2"/>
                  </a:solidFill>
                  <a:latin typeface="Helvetica" panose="020B0604020202020204" pitchFamily="34" charset="0"/>
                  <a:ea typeface="MS PGothic" panose="020B0600070205080204" pitchFamily="34" charset="-128"/>
                </a:defRPr>
              </a:lvl3pPr>
              <a:lvl4pPr marL="1600200" indent="-228600">
                <a:defRPr sz="1400">
                  <a:solidFill>
                    <a:schemeClr val="accent2"/>
                  </a:solidFill>
                  <a:latin typeface="Helvetica" panose="020B0604020202020204" pitchFamily="34" charset="0"/>
                  <a:ea typeface="MS PGothic" panose="020B0600070205080204" pitchFamily="34" charset="-128"/>
                </a:defRPr>
              </a:lvl4pPr>
              <a:lvl5pPr marL="2057400" indent="-228600">
                <a:defRPr sz="1400">
                  <a:solidFill>
                    <a:schemeClr val="accent2"/>
                  </a:solidFill>
                  <a:latin typeface="Helvetica" panose="020B0604020202020204" pitchFamily="34" charset="0"/>
                  <a:ea typeface="MS PGothic" panose="020B0600070205080204" pitchFamily="34" charset="-128"/>
                </a:defRPr>
              </a:lvl5pPr>
              <a:lvl6pPr marL="25146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6pPr>
              <a:lvl7pPr marL="29718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7pPr>
              <a:lvl8pPr marL="34290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8pPr>
              <a:lvl9pPr marL="38862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9pPr>
            </a:lstStyle>
            <a:p>
              <a:endParaRPr lang="en-US" altLang="en-US"/>
            </a:p>
          </p:txBody>
        </p:sp>
        <p:sp>
          <p:nvSpPr>
            <p:cNvPr id="17436" name="Line 28">
              <a:extLst>
                <a:ext uri="{FF2B5EF4-FFF2-40B4-BE49-F238E27FC236}">
                  <a16:creationId xmlns:a16="http://schemas.microsoft.com/office/drawing/2014/main" id="{1D800DAA-4ED6-4D49-86C6-63B651245C3C}"/>
                </a:ext>
              </a:extLst>
            </p:cNvPr>
            <p:cNvSpPr>
              <a:spLocks noChangeShapeType="1"/>
            </p:cNvSpPr>
            <p:nvPr/>
          </p:nvSpPr>
          <p:spPr bwMode="auto">
            <a:xfrm>
              <a:off x="2632" y="1939"/>
              <a:ext cx="678" cy="1"/>
            </a:xfrm>
            <a:prstGeom prst="line">
              <a:avLst/>
            </a:prstGeom>
            <a:noFill/>
            <a:ln w="36513">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37" name="Line 29">
              <a:extLst>
                <a:ext uri="{FF2B5EF4-FFF2-40B4-BE49-F238E27FC236}">
                  <a16:creationId xmlns:a16="http://schemas.microsoft.com/office/drawing/2014/main" id="{F749AF8F-3491-4847-9B09-B6D30358D781}"/>
                </a:ext>
              </a:extLst>
            </p:cNvPr>
            <p:cNvSpPr>
              <a:spLocks noChangeShapeType="1"/>
            </p:cNvSpPr>
            <p:nvPr/>
          </p:nvSpPr>
          <p:spPr bwMode="auto">
            <a:xfrm>
              <a:off x="2632" y="2113"/>
              <a:ext cx="678" cy="1"/>
            </a:xfrm>
            <a:prstGeom prst="line">
              <a:avLst/>
            </a:prstGeom>
            <a:noFill/>
            <a:ln w="36513">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38" name="Rectangle 30">
              <a:extLst>
                <a:ext uri="{FF2B5EF4-FFF2-40B4-BE49-F238E27FC236}">
                  <a16:creationId xmlns:a16="http://schemas.microsoft.com/office/drawing/2014/main" id="{0BAB4246-08ED-4D84-B3A7-D6A325BEAE8E}"/>
                </a:ext>
              </a:extLst>
            </p:cNvPr>
            <p:cNvSpPr>
              <a:spLocks noChangeArrowheads="1"/>
            </p:cNvSpPr>
            <p:nvPr/>
          </p:nvSpPr>
          <p:spPr bwMode="auto">
            <a:xfrm>
              <a:off x="2412" y="1915"/>
              <a:ext cx="178"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400">
                  <a:solidFill>
                    <a:schemeClr val="accent2"/>
                  </a:solidFill>
                  <a:latin typeface="Helvetica" panose="020B0604020202020204" pitchFamily="34" charset="0"/>
                  <a:ea typeface="MS PGothic" panose="020B0600070205080204" pitchFamily="34" charset="-128"/>
                </a:defRPr>
              </a:lvl1pPr>
              <a:lvl2pPr marL="742950" indent="-285750">
                <a:defRPr sz="1400">
                  <a:solidFill>
                    <a:schemeClr val="accent2"/>
                  </a:solidFill>
                  <a:latin typeface="Helvetica" panose="020B0604020202020204" pitchFamily="34" charset="0"/>
                  <a:ea typeface="MS PGothic" panose="020B0600070205080204" pitchFamily="34" charset="-128"/>
                </a:defRPr>
              </a:lvl2pPr>
              <a:lvl3pPr marL="1143000" indent="-228600">
                <a:defRPr sz="1400">
                  <a:solidFill>
                    <a:schemeClr val="accent2"/>
                  </a:solidFill>
                  <a:latin typeface="Helvetica" panose="020B0604020202020204" pitchFamily="34" charset="0"/>
                  <a:ea typeface="MS PGothic" panose="020B0600070205080204" pitchFamily="34" charset="-128"/>
                </a:defRPr>
              </a:lvl3pPr>
              <a:lvl4pPr marL="1600200" indent="-228600">
                <a:defRPr sz="1400">
                  <a:solidFill>
                    <a:schemeClr val="accent2"/>
                  </a:solidFill>
                  <a:latin typeface="Helvetica" panose="020B0604020202020204" pitchFamily="34" charset="0"/>
                  <a:ea typeface="MS PGothic" panose="020B0600070205080204" pitchFamily="34" charset="-128"/>
                </a:defRPr>
              </a:lvl4pPr>
              <a:lvl5pPr marL="2057400" indent="-228600">
                <a:defRPr sz="1400">
                  <a:solidFill>
                    <a:schemeClr val="accent2"/>
                  </a:solidFill>
                  <a:latin typeface="Helvetica" panose="020B0604020202020204" pitchFamily="34" charset="0"/>
                  <a:ea typeface="MS PGothic" panose="020B0600070205080204" pitchFamily="34" charset="-128"/>
                </a:defRPr>
              </a:lvl5pPr>
              <a:lvl6pPr marL="25146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6pPr>
              <a:lvl7pPr marL="29718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7pPr>
              <a:lvl8pPr marL="34290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8pPr>
              <a:lvl9pPr marL="38862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9pPr>
            </a:lstStyle>
            <a:p>
              <a:pPr>
                <a:lnSpc>
                  <a:spcPct val="100000"/>
                </a:lnSpc>
              </a:pPr>
              <a:r>
                <a:rPr lang="en-GB" altLang="en-US" sz="1600">
                  <a:solidFill>
                    <a:srgbClr val="000000"/>
                  </a:solidFill>
                  <a:latin typeface="Arial" panose="020B0604020202020204" pitchFamily="34" charset="0"/>
                </a:rPr>
                <a:t>m1</a:t>
              </a:r>
              <a:endParaRPr lang="en-GB" altLang="en-US" sz="2400">
                <a:solidFill>
                  <a:schemeClr val="tx1"/>
                </a:solidFill>
                <a:latin typeface="Times" panose="02020603050405020304" pitchFamily="18" charset="0"/>
              </a:endParaRPr>
            </a:p>
          </p:txBody>
        </p:sp>
        <p:sp>
          <p:nvSpPr>
            <p:cNvPr id="17439" name="Rectangle 31">
              <a:extLst>
                <a:ext uri="{FF2B5EF4-FFF2-40B4-BE49-F238E27FC236}">
                  <a16:creationId xmlns:a16="http://schemas.microsoft.com/office/drawing/2014/main" id="{F6FADCFF-6E76-46E4-92DB-A72C46477E0D}"/>
                </a:ext>
              </a:extLst>
            </p:cNvPr>
            <p:cNvSpPr>
              <a:spLocks noChangeArrowheads="1"/>
            </p:cNvSpPr>
            <p:nvPr/>
          </p:nvSpPr>
          <p:spPr bwMode="auto">
            <a:xfrm>
              <a:off x="2412" y="2073"/>
              <a:ext cx="178"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400">
                  <a:solidFill>
                    <a:schemeClr val="accent2"/>
                  </a:solidFill>
                  <a:latin typeface="Helvetica" panose="020B0604020202020204" pitchFamily="34" charset="0"/>
                  <a:ea typeface="MS PGothic" panose="020B0600070205080204" pitchFamily="34" charset="-128"/>
                </a:defRPr>
              </a:lvl1pPr>
              <a:lvl2pPr marL="742950" indent="-285750">
                <a:defRPr sz="1400">
                  <a:solidFill>
                    <a:schemeClr val="accent2"/>
                  </a:solidFill>
                  <a:latin typeface="Helvetica" panose="020B0604020202020204" pitchFamily="34" charset="0"/>
                  <a:ea typeface="MS PGothic" panose="020B0600070205080204" pitchFamily="34" charset="-128"/>
                </a:defRPr>
              </a:lvl2pPr>
              <a:lvl3pPr marL="1143000" indent="-228600">
                <a:defRPr sz="1400">
                  <a:solidFill>
                    <a:schemeClr val="accent2"/>
                  </a:solidFill>
                  <a:latin typeface="Helvetica" panose="020B0604020202020204" pitchFamily="34" charset="0"/>
                  <a:ea typeface="MS PGothic" panose="020B0600070205080204" pitchFamily="34" charset="-128"/>
                </a:defRPr>
              </a:lvl3pPr>
              <a:lvl4pPr marL="1600200" indent="-228600">
                <a:defRPr sz="1400">
                  <a:solidFill>
                    <a:schemeClr val="accent2"/>
                  </a:solidFill>
                  <a:latin typeface="Helvetica" panose="020B0604020202020204" pitchFamily="34" charset="0"/>
                  <a:ea typeface="MS PGothic" panose="020B0600070205080204" pitchFamily="34" charset="-128"/>
                </a:defRPr>
              </a:lvl4pPr>
              <a:lvl5pPr marL="2057400" indent="-228600">
                <a:defRPr sz="1400">
                  <a:solidFill>
                    <a:schemeClr val="accent2"/>
                  </a:solidFill>
                  <a:latin typeface="Helvetica" panose="020B0604020202020204" pitchFamily="34" charset="0"/>
                  <a:ea typeface="MS PGothic" panose="020B0600070205080204" pitchFamily="34" charset="-128"/>
                </a:defRPr>
              </a:lvl5pPr>
              <a:lvl6pPr marL="25146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6pPr>
              <a:lvl7pPr marL="29718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7pPr>
              <a:lvl8pPr marL="34290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8pPr>
              <a:lvl9pPr marL="38862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9pPr>
            </a:lstStyle>
            <a:p>
              <a:pPr>
                <a:lnSpc>
                  <a:spcPct val="100000"/>
                </a:lnSpc>
              </a:pPr>
              <a:r>
                <a:rPr lang="en-GB" altLang="en-US" sz="1600">
                  <a:solidFill>
                    <a:srgbClr val="000000"/>
                  </a:solidFill>
                  <a:latin typeface="Arial" panose="020B0604020202020204" pitchFamily="34" charset="0"/>
                </a:rPr>
                <a:t>m2</a:t>
              </a:r>
              <a:endParaRPr lang="en-GB" altLang="en-US" sz="2400">
                <a:solidFill>
                  <a:schemeClr val="tx1"/>
                </a:solidFill>
                <a:latin typeface="Times" panose="02020603050405020304" pitchFamily="18" charset="0"/>
              </a:endParaRPr>
            </a:p>
          </p:txBody>
        </p:sp>
        <p:sp>
          <p:nvSpPr>
            <p:cNvPr id="17440" name="Rectangle 32">
              <a:extLst>
                <a:ext uri="{FF2B5EF4-FFF2-40B4-BE49-F238E27FC236}">
                  <a16:creationId xmlns:a16="http://schemas.microsoft.com/office/drawing/2014/main" id="{6A59A628-2496-4FD2-A472-27DBC5ABC8D3}"/>
                </a:ext>
              </a:extLst>
            </p:cNvPr>
            <p:cNvSpPr>
              <a:spLocks noChangeArrowheads="1"/>
            </p:cNvSpPr>
            <p:nvPr/>
          </p:nvSpPr>
          <p:spPr bwMode="auto">
            <a:xfrm>
              <a:off x="2412" y="2231"/>
              <a:ext cx="178"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400">
                  <a:solidFill>
                    <a:schemeClr val="accent2"/>
                  </a:solidFill>
                  <a:latin typeface="Helvetica" panose="020B0604020202020204" pitchFamily="34" charset="0"/>
                  <a:ea typeface="MS PGothic" panose="020B0600070205080204" pitchFamily="34" charset="-128"/>
                </a:defRPr>
              </a:lvl1pPr>
              <a:lvl2pPr marL="742950" indent="-285750">
                <a:defRPr sz="1400">
                  <a:solidFill>
                    <a:schemeClr val="accent2"/>
                  </a:solidFill>
                  <a:latin typeface="Helvetica" panose="020B0604020202020204" pitchFamily="34" charset="0"/>
                  <a:ea typeface="MS PGothic" panose="020B0600070205080204" pitchFamily="34" charset="-128"/>
                </a:defRPr>
              </a:lvl2pPr>
              <a:lvl3pPr marL="1143000" indent="-228600">
                <a:defRPr sz="1400">
                  <a:solidFill>
                    <a:schemeClr val="accent2"/>
                  </a:solidFill>
                  <a:latin typeface="Helvetica" panose="020B0604020202020204" pitchFamily="34" charset="0"/>
                  <a:ea typeface="MS PGothic" panose="020B0600070205080204" pitchFamily="34" charset="-128"/>
                </a:defRPr>
              </a:lvl3pPr>
              <a:lvl4pPr marL="1600200" indent="-228600">
                <a:defRPr sz="1400">
                  <a:solidFill>
                    <a:schemeClr val="accent2"/>
                  </a:solidFill>
                  <a:latin typeface="Helvetica" panose="020B0604020202020204" pitchFamily="34" charset="0"/>
                  <a:ea typeface="MS PGothic" panose="020B0600070205080204" pitchFamily="34" charset="-128"/>
                </a:defRPr>
              </a:lvl4pPr>
              <a:lvl5pPr marL="2057400" indent="-228600">
                <a:defRPr sz="1400">
                  <a:solidFill>
                    <a:schemeClr val="accent2"/>
                  </a:solidFill>
                  <a:latin typeface="Helvetica" panose="020B0604020202020204" pitchFamily="34" charset="0"/>
                  <a:ea typeface="MS PGothic" panose="020B0600070205080204" pitchFamily="34" charset="-128"/>
                </a:defRPr>
              </a:lvl5pPr>
              <a:lvl6pPr marL="25146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6pPr>
              <a:lvl7pPr marL="29718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7pPr>
              <a:lvl8pPr marL="34290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8pPr>
              <a:lvl9pPr marL="38862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9pPr>
            </a:lstStyle>
            <a:p>
              <a:pPr>
                <a:lnSpc>
                  <a:spcPct val="100000"/>
                </a:lnSpc>
              </a:pPr>
              <a:r>
                <a:rPr lang="en-GB" altLang="en-US" sz="1600">
                  <a:solidFill>
                    <a:srgbClr val="000000"/>
                  </a:solidFill>
                  <a:latin typeface="Arial" panose="020B0604020202020204" pitchFamily="34" charset="0"/>
                </a:rPr>
                <a:t>m3</a:t>
              </a:r>
              <a:endParaRPr lang="en-GB" altLang="en-US" sz="2400">
                <a:solidFill>
                  <a:schemeClr val="tx1"/>
                </a:solidFill>
                <a:latin typeface="Times" panose="02020603050405020304" pitchFamily="18" charset="0"/>
              </a:endParaRPr>
            </a:p>
          </p:txBody>
        </p:sp>
        <p:sp>
          <p:nvSpPr>
            <p:cNvPr id="17441" name="Rectangle 33">
              <a:extLst>
                <a:ext uri="{FF2B5EF4-FFF2-40B4-BE49-F238E27FC236}">
                  <a16:creationId xmlns:a16="http://schemas.microsoft.com/office/drawing/2014/main" id="{35ACD3AF-C49D-4FEF-ACD6-408CF3DE7F7C}"/>
                </a:ext>
              </a:extLst>
            </p:cNvPr>
            <p:cNvSpPr>
              <a:spLocks noChangeArrowheads="1"/>
            </p:cNvSpPr>
            <p:nvPr/>
          </p:nvSpPr>
          <p:spPr bwMode="auto">
            <a:xfrm>
              <a:off x="4507" y="1884"/>
              <a:ext cx="178"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400">
                  <a:solidFill>
                    <a:schemeClr val="accent2"/>
                  </a:solidFill>
                  <a:latin typeface="Helvetica" panose="020B0604020202020204" pitchFamily="34" charset="0"/>
                  <a:ea typeface="MS PGothic" panose="020B0600070205080204" pitchFamily="34" charset="-128"/>
                </a:defRPr>
              </a:lvl1pPr>
              <a:lvl2pPr marL="742950" indent="-285750">
                <a:defRPr sz="1400">
                  <a:solidFill>
                    <a:schemeClr val="accent2"/>
                  </a:solidFill>
                  <a:latin typeface="Helvetica" panose="020B0604020202020204" pitchFamily="34" charset="0"/>
                  <a:ea typeface="MS PGothic" panose="020B0600070205080204" pitchFamily="34" charset="-128"/>
                </a:defRPr>
              </a:lvl2pPr>
              <a:lvl3pPr marL="1143000" indent="-228600">
                <a:defRPr sz="1400">
                  <a:solidFill>
                    <a:schemeClr val="accent2"/>
                  </a:solidFill>
                  <a:latin typeface="Helvetica" panose="020B0604020202020204" pitchFamily="34" charset="0"/>
                  <a:ea typeface="MS PGothic" panose="020B0600070205080204" pitchFamily="34" charset="-128"/>
                </a:defRPr>
              </a:lvl3pPr>
              <a:lvl4pPr marL="1600200" indent="-228600">
                <a:defRPr sz="1400">
                  <a:solidFill>
                    <a:schemeClr val="accent2"/>
                  </a:solidFill>
                  <a:latin typeface="Helvetica" panose="020B0604020202020204" pitchFamily="34" charset="0"/>
                  <a:ea typeface="MS PGothic" panose="020B0600070205080204" pitchFamily="34" charset="-128"/>
                </a:defRPr>
              </a:lvl4pPr>
              <a:lvl5pPr marL="2057400" indent="-228600">
                <a:defRPr sz="1400">
                  <a:solidFill>
                    <a:schemeClr val="accent2"/>
                  </a:solidFill>
                  <a:latin typeface="Helvetica" panose="020B0604020202020204" pitchFamily="34" charset="0"/>
                  <a:ea typeface="MS PGothic" panose="020B0600070205080204" pitchFamily="34" charset="-128"/>
                </a:defRPr>
              </a:lvl5pPr>
              <a:lvl6pPr marL="25146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6pPr>
              <a:lvl7pPr marL="29718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7pPr>
              <a:lvl8pPr marL="34290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8pPr>
              <a:lvl9pPr marL="38862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9pPr>
            </a:lstStyle>
            <a:p>
              <a:pPr>
                <a:lnSpc>
                  <a:spcPct val="100000"/>
                </a:lnSpc>
              </a:pPr>
              <a:r>
                <a:rPr lang="en-GB" altLang="en-US" sz="1600">
                  <a:solidFill>
                    <a:srgbClr val="000000"/>
                  </a:solidFill>
                  <a:latin typeface="Arial" panose="020B0604020202020204" pitchFamily="34" charset="0"/>
                </a:rPr>
                <a:t>m4</a:t>
              </a:r>
              <a:endParaRPr lang="en-GB" altLang="en-US" sz="2400">
                <a:solidFill>
                  <a:schemeClr val="tx1"/>
                </a:solidFill>
                <a:latin typeface="Times" panose="02020603050405020304" pitchFamily="18" charset="0"/>
              </a:endParaRPr>
            </a:p>
          </p:txBody>
        </p:sp>
        <p:sp>
          <p:nvSpPr>
            <p:cNvPr id="17442" name="Rectangle 34">
              <a:extLst>
                <a:ext uri="{FF2B5EF4-FFF2-40B4-BE49-F238E27FC236}">
                  <a16:creationId xmlns:a16="http://schemas.microsoft.com/office/drawing/2014/main" id="{6589AC9D-6CA1-469F-8913-BDF8E98316C7}"/>
                </a:ext>
              </a:extLst>
            </p:cNvPr>
            <p:cNvSpPr>
              <a:spLocks noChangeArrowheads="1"/>
            </p:cNvSpPr>
            <p:nvPr/>
          </p:nvSpPr>
          <p:spPr bwMode="auto">
            <a:xfrm>
              <a:off x="4507" y="2010"/>
              <a:ext cx="178"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400">
                  <a:solidFill>
                    <a:schemeClr val="accent2"/>
                  </a:solidFill>
                  <a:latin typeface="Helvetica" panose="020B0604020202020204" pitchFamily="34" charset="0"/>
                  <a:ea typeface="MS PGothic" panose="020B0600070205080204" pitchFamily="34" charset="-128"/>
                </a:defRPr>
              </a:lvl1pPr>
              <a:lvl2pPr marL="742950" indent="-285750">
                <a:defRPr sz="1400">
                  <a:solidFill>
                    <a:schemeClr val="accent2"/>
                  </a:solidFill>
                  <a:latin typeface="Helvetica" panose="020B0604020202020204" pitchFamily="34" charset="0"/>
                  <a:ea typeface="MS PGothic" panose="020B0600070205080204" pitchFamily="34" charset="-128"/>
                </a:defRPr>
              </a:lvl2pPr>
              <a:lvl3pPr marL="1143000" indent="-228600">
                <a:defRPr sz="1400">
                  <a:solidFill>
                    <a:schemeClr val="accent2"/>
                  </a:solidFill>
                  <a:latin typeface="Helvetica" panose="020B0604020202020204" pitchFamily="34" charset="0"/>
                  <a:ea typeface="MS PGothic" panose="020B0600070205080204" pitchFamily="34" charset="-128"/>
                </a:defRPr>
              </a:lvl3pPr>
              <a:lvl4pPr marL="1600200" indent="-228600">
                <a:defRPr sz="1400">
                  <a:solidFill>
                    <a:schemeClr val="accent2"/>
                  </a:solidFill>
                  <a:latin typeface="Helvetica" panose="020B0604020202020204" pitchFamily="34" charset="0"/>
                  <a:ea typeface="MS PGothic" panose="020B0600070205080204" pitchFamily="34" charset="-128"/>
                </a:defRPr>
              </a:lvl4pPr>
              <a:lvl5pPr marL="2057400" indent="-228600">
                <a:defRPr sz="1400">
                  <a:solidFill>
                    <a:schemeClr val="accent2"/>
                  </a:solidFill>
                  <a:latin typeface="Helvetica" panose="020B0604020202020204" pitchFamily="34" charset="0"/>
                  <a:ea typeface="MS PGothic" panose="020B0600070205080204" pitchFamily="34" charset="-128"/>
                </a:defRPr>
              </a:lvl5pPr>
              <a:lvl6pPr marL="25146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6pPr>
              <a:lvl7pPr marL="29718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7pPr>
              <a:lvl8pPr marL="34290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8pPr>
              <a:lvl9pPr marL="38862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9pPr>
            </a:lstStyle>
            <a:p>
              <a:pPr>
                <a:lnSpc>
                  <a:spcPct val="100000"/>
                </a:lnSpc>
              </a:pPr>
              <a:r>
                <a:rPr lang="en-GB" altLang="en-US" sz="1600">
                  <a:solidFill>
                    <a:srgbClr val="000000"/>
                  </a:solidFill>
                  <a:latin typeface="Arial" panose="020B0604020202020204" pitchFamily="34" charset="0"/>
                </a:rPr>
                <a:t>m5</a:t>
              </a:r>
              <a:endParaRPr lang="en-GB" altLang="en-US" sz="2400">
                <a:solidFill>
                  <a:schemeClr val="tx1"/>
                </a:solidFill>
                <a:latin typeface="Times" panose="02020603050405020304" pitchFamily="18" charset="0"/>
              </a:endParaRPr>
            </a:p>
          </p:txBody>
        </p:sp>
        <p:sp>
          <p:nvSpPr>
            <p:cNvPr id="17443" name="Rectangle 35">
              <a:extLst>
                <a:ext uri="{FF2B5EF4-FFF2-40B4-BE49-F238E27FC236}">
                  <a16:creationId xmlns:a16="http://schemas.microsoft.com/office/drawing/2014/main" id="{D79EC76B-740D-4579-AA5F-6B0E5650AC1D}"/>
                </a:ext>
              </a:extLst>
            </p:cNvPr>
            <p:cNvSpPr>
              <a:spLocks noChangeArrowheads="1"/>
            </p:cNvSpPr>
            <p:nvPr/>
          </p:nvSpPr>
          <p:spPr bwMode="auto">
            <a:xfrm>
              <a:off x="4507" y="2152"/>
              <a:ext cx="178"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400">
                  <a:solidFill>
                    <a:schemeClr val="accent2"/>
                  </a:solidFill>
                  <a:latin typeface="Helvetica" panose="020B0604020202020204" pitchFamily="34" charset="0"/>
                  <a:ea typeface="MS PGothic" panose="020B0600070205080204" pitchFamily="34" charset="-128"/>
                </a:defRPr>
              </a:lvl1pPr>
              <a:lvl2pPr marL="742950" indent="-285750">
                <a:defRPr sz="1400">
                  <a:solidFill>
                    <a:schemeClr val="accent2"/>
                  </a:solidFill>
                  <a:latin typeface="Helvetica" panose="020B0604020202020204" pitchFamily="34" charset="0"/>
                  <a:ea typeface="MS PGothic" panose="020B0600070205080204" pitchFamily="34" charset="-128"/>
                </a:defRPr>
              </a:lvl2pPr>
              <a:lvl3pPr marL="1143000" indent="-228600">
                <a:defRPr sz="1400">
                  <a:solidFill>
                    <a:schemeClr val="accent2"/>
                  </a:solidFill>
                  <a:latin typeface="Helvetica" panose="020B0604020202020204" pitchFamily="34" charset="0"/>
                  <a:ea typeface="MS PGothic" panose="020B0600070205080204" pitchFamily="34" charset="-128"/>
                </a:defRPr>
              </a:lvl3pPr>
              <a:lvl4pPr marL="1600200" indent="-228600">
                <a:defRPr sz="1400">
                  <a:solidFill>
                    <a:schemeClr val="accent2"/>
                  </a:solidFill>
                  <a:latin typeface="Helvetica" panose="020B0604020202020204" pitchFamily="34" charset="0"/>
                  <a:ea typeface="MS PGothic" panose="020B0600070205080204" pitchFamily="34" charset="-128"/>
                </a:defRPr>
              </a:lvl4pPr>
              <a:lvl5pPr marL="2057400" indent="-228600">
                <a:defRPr sz="1400">
                  <a:solidFill>
                    <a:schemeClr val="accent2"/>
                  </a:solidFill>
                  <a:latin typeface="Helvetica" panose="020B0604020202020204" pitchFamily="34" charset="0"/>
                  <a:ea typeface="MS PGothic" panose="020B0600070205080204" pitchFamily="34" charset="-128"/>
                </a:defRPr>
              </a:lvl5pPr>
              <a:lvl6pPr marL="25146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6pPr>
              <a:lvl7pPr marL="29718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7pPr>
              <a:lvl8pPr marL="34290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8pPr>
              <a:lvl9pPr marL="38862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9pPr>
            </a:lstStyle>
            <a:p>
              <a:pPr>
                <a:lnSpc>
                  <a:spcPct val="100000"/>
                </a:lnSpc>
              </a:pPr>
              <a:r>
                <a:rPr lang="en-GB" altLang="en-US" sz="1600">
                  <a:solidFill>
                    <a:srgbClr val="000000"/>
                  </a:solidFill>
                  <a:latin typeface="Arial" panose="020B0604020202020204" pitchFamily="34" charset="0"/>
                </a:rPr>
                <a:t>m6</a:t>
              </a:r>
              <a:endParaRPr lang="en-GB" altLang="en-US" sz="2400">
                <a:solidFill>
                  <a:schemeClr val="tx1"/>
                </a:solidFill>
                <a:latin typeface="Times" panose="02020603050405020304" pitchFamily="18" charset="0"/>
              </a:endParaRPr>
            </a:p>
          </p:txBody>
        </p:sp>
        <p:sp>
          <p:nvSpPr>
            <p:cNvPr id="17444" name="Rectangle 36">
              <a:extLst>
                <a:ext uri="{FF2B5EF4-FFF2-40B4-BE49-F238E27FC236}">
                  <a16:creationId xmlns:a16="http://schemas.microsoft.com/office/drawing/2014/main" id="{A953B485-532A-44EB-9397-A12B6FFE6140}"/>
                </a:ext>
              </a:extLst>
            </p:cNvPr>
            <p:cNvSpPr>
              <a:spLocks noChangeArrowheads="1"/>
            </p:cNvSpPr>
            <p:nvPr/>
          </p:nvSpPr>
          <p:spPr bwMode="auto">
            <a:xfrm>
              <a:off x="3562" y="1553"/>
              <a:ext cx="27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400">
                  <a:solidFill>
                    <a:schemeClr val="accent2"/>
                  </a:solidFill>
                  <a:latin typeface="Helvetica" panose="020B0604020202020204" pitchFamily="34" charset="0"/>
                  <a:ea typeface="MS PGothic" panose="020B0600070205080204" pitchFamily="34" charset="-128"/>
                </a:defRPr>
              </a:lvl1pPr>
              <a:lvl2pPr marL="742950" indent="-285750">
                <a:defRPr sz="1400">
                  <a:solidFill>
                    <a:schemeClr val="accent2"/>
                  </a:solidFill>
                  <a:latin typeface="Helvetica" panose="020B0604020202020204" pitchFamily="34" charset="0"/>
                  <a:ea typeface="MS PGothic" panose="020B0600070205080204" pitchFamily="34" charset="-128"/>
                </a:defRPr>
              </a:lvl2pPr>
              <a:lvl3pPr marL="1143000" indent="-228600">
                <a:defRPr sz="1400">
                  <a:solidFill>
                    <a:schemeClr val="accent2"/>
                  </a:solidFill>
                  <a:latin typeface="Helvetica" panose="020B0604020202020204" pitchFamily="34" charset="0"/>
                  <a:ea typeface="MS PGothic" panose="020B0600070205080204" pitchFamily="34" charset="-128"/>
                </a:defRPr>
              </a:lvl3pPr>
              <a:lvl4pPr marL="1600200" indent="-228600">
                <a:defRPr sz="1400">
                  <a:solidFill>
                    <a:schemeClr val="accent2"/>
                  </a:solidFill>
                  <a:latin typeface="Helvetica" panose="020B0604020202020204" pitchFamily="34" charset="0"/>
                  <a:ea typeface="MS PGothic" panose="020B0600070205080204" pitchFamily="34" charset="-128"/>
                </a:defRPr>
              </a:lvl4pPr>
              <a:lvl5pPr marL="2057400" indent="-228600">
                <a:defRPr sz="1400">
                  <a:solidFill>
                    <a:schemeClr val="accent2"/>
                  </a:solidFill>
                  <a:latin typeface="Helvetica" panose="020B0604020202020204" pitchFamily="34" charset="0"/>
                  <a:ea typeface="MS PGothic" panose="020B0600070205080204" pitchFamily="34" charset="-128"/>
                </a:defRPr>
              </a:lvl5pPr>
              <a:lvl6pPr marL="25146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6pPr>
              <a:lvl7pPr marL="29718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7pPr>
              <a:lvl8pPr marL="34290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8pPr>
              <a:lvl9pPr marL="38862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9pPr>
            </a:lstStyle>
            <a:p>
              <a:pPr>
                <a:lnSpc>
                  <a:spcPct val="100000"/>
                </a:lnSpc>
              </a:pPr>
              <a:r>
                <a:rPr lang="en-GB" altLang="en-US" sz="1600">
                  <a:solidFill>
                    <a:srgbClr val="000000"/>
                  </a:solidFill>
                  <a:latin typeface="Arial" panose="020B0604020202020204" pitchFamily="34" charset="0"/>
                </a:rPr>
                <a:t>Data</a:t>
              </a:r>
              <a:endParaRPr lang="en-GB" altLang="en-US" sz="2400">
                <a:solidFill>
                  <a:schemeClr val="tx1"/>
                </a:solidFill>
                <a:latin typeface="Times" panose="02020603050405020304" pitchFamily="18" charset="0"/>
              </a:endParaRPr>
            </a:p>
          </p:txBody>
        </p:sp>
        <p:sp>
          <p:nvSpPr>
            <p:cNvPr id="17445" name="Rectangle 37">
              <a:extLst>
                <a:ext uri="{FF2B5EF4-FFF2-40B4-BE49-F238E27FC236}">
                  <a16:creationId xmlns:a16="http://schemas.microsoft.com/office/drawing/2014/main" id="{43DE014C-9B39-4E64-86C1-239942C408FC}"/>
                </a:ext>
              </a:extLst>
            </p:cNvPr>
            <p:cNvSpPr>
              <a:spLocks noChangeArrowheads="1"/>
            </p:cNvSpPr>
            <p:nvPr/>
          </p:nvSpPr>
          <p:spPr bwMode="auto">
            <a:xfrm>
              <a:off x="3329" y="1947"/>
              <a:ext cx="867"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400">
                  <a:solidFill>
                    <a:schemeClr val="accent2"/>
                  </a:solidFill>
                  <a:latin typeface="Helvetica" panose="020B0604020202020204" pitchFamily="34" charset="0"/>
                  <a:ea typeface="MS PGothic" panose="020B0600070205080204" pitchFamily="34" charset="-128"/>
                </a:defRPr>
              </a:lvl1pPr>
              <a:lvl2pPr marL="742950" indent="-285750">
                <a:defRPr sz="1400">
                  <a:solidFill>
                    <a:schemeClr val="accent2"/>
                  </a:solidFill>
                  <a:latin typeface="Helvetica" panose="020B0604020202020204" pitchFamily="34" charset="0"/>
                  <a:ea typeface="MS PGothic" panose="020B0600070205080204" pitchFamily="34" charset="-128"/>
                </a:defRPr>
              </a:lvl2pPr>
              <a:lvl3pPr marL="1143000" indent="-228600">
                <a:defRPr sz="1400">
                  <a:solidFill>
                    <a:schemeClr val="accent2"/>
                  </a:solidFill>
                  <a:latin typeface="Helvetica" panose="020B0604020202020204" pitchFamily="34" charset="0"/>
                  <a:ea typeface="MS PGothic" panose="020B0600070205080204" pitchFamily="34" charset="-128"/>
                </a:defRPr>
              </a:lvl3pPr>
              <a:lvl4pPr marL="1600200" indent="-228600">
                <a:defRPr sz="1400">
                  <a:solidFill>
                    <a:schemeClr val="accent2"/>
                  </a:solidFill>
                  <a:latin typeface="Helvetica" panose="020B0604020202020204" pitchFamily="34" charset="0"/>
                  <a:ea typeface="MS PGothic" panose="020B0600070205080204" pitchFamily="34" charset="-128"/>
                </a:defRPr>
              </a:lvl4pPr>
              <a:lvl5pPr marL="2057400" indent="-228600">
                <a:defRPr sz="1400">
                  <a:solidFill>
                    <a:schemeClr val="accent2"/>
                  </a:solidFill>
                  <a:latin typeface="Helvetica" panose="020B0604020202020204" pitchFamily="34" charset="0"/>
                  <a:ea typeface="MS PGothic" panose="020B0600070205080204" pitchFamily="34" charset="-128"/>
                </a:defRPr>
              </a:lvl5pPr>
              <a:lvl6pPr marL="25146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6pPr>
              <a:lvl7pPr marL="29718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7pPr>
              <a:lvl8pPr marL="34290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8pPr>
              <a:lvl9pPr marL="38862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9pPr>
            </a:lstStyle>
            <a:p>
              <a:pPr>
                <a:lnSpc>
                  <a:spcPct val="100000"/>
                </a:lnSpc>
              </a:pPr>
              <a:r>
                <a:rPr lang="en-GB" altLang="en-US" sz="1600">
                  <a:solidFill>
                    <a:srgbClr val="000000"/>
                  </a:solidFill>
                  <a:latin typeface="Arial" panose="020B0604020202020204" pitchFamily="34" charset="0"/>
                </a:rPr>
                <a:t>implementation</a:t>
              </a:r>
              <a:endParaRPr lang="en-GB" altLang="en-US" sz="2400">
                <a:solidFill>
                  <a:schemeClr val="tx1"/>
                </a:solidFill>
                <a:latin typeface="Times" panose="02020603050405020304" pitchFamily="18" charset="0"/>
              </a:endParaRPr>
            </a:p>
          </p:txBody>
        </p:sp>
        <p:sp>
          <p:nvSpPr>
            <p:cNvPr id="17446" name="Line 38">
              <a:extLst>
                <a:ext uri="{FF2B5EF4-FFF2-40B4-BE49-F238E27FC236}">
                  <a16:creationId xmlns:a16="http://schemas.microsoft.com/office/drawing/2014/main" id="{34926E88-2B96-4EEA-B315-BA538324B154}"/>
                </a:ext>
              </a:extLst>
            </p:cNvPr>
            <p:cNvSpPr>
              <a:spLocks noChangeShapeType="1"/>
            </p:cNvSpPr>
            <p:nvPr/>
          </p:nvSpPr>
          <p:spPr bwMode="auto">
            <a:xfrm>
              <a:off x="710" y="1813"/>
              <a:ext cx="268" cy="1"/>
            </a:xfrm>
            <a:prstGeom prst="line">
              <a:avLst/>
            </a:prstGeom>
            <a:noFill/>
            <a:ln w="36513">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47" name="Oval 39">
              <a:extLst>
                <a:ext uri="{FF2B5EF4-FFF2-40B4-BE49-F238E27FC236}">
                  <a16:creationId xmlns:a16="http://schemas.microsoft.com/office/drawing/2014/main" id="{DB781F51-E315-4662-91D0-318229A781CF}"/>
                </a:ext>
              </a:extLst>
            </p:cNvPr>
            <p:cNvSpPr>
              <a:spLocks noChangeArrowheads="1"/>
            </p:cNvSpPr>
            <p:nvPr/>
          </p:nvSpPr>
          <p:spPr bwMode="auto">
            <a:xfrm>
              <a:off x="395" y="1451"/>
              <a:ext cx="930" cy="709"/>
            </a:xfrm>
            <a:prstGeom prst="ellipse">
              <a:avLst/>
            </a:prstGeom>
            <a:noFill/>
            <a:ln w="3651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1400">
                  <a:solidFill>
                    <a:schemeClr val="accent2"/>
                  </a:solidFill>
                  <a:latin typeface="Helvetica" panose="020B0604020202020204" pitchFamily="34" charset="0"/>
                  <a:ea typeface="MS PGothic" panose="020B0600070205080204" pitchFamily="34" charset="-128"/>
                </a:defRPr>
              </a:lvl1pPr>
              <a:lvl2pPr marL="742950" indent="-285750">
                <a:defRPr sz="1400">
                  <a:solidFill>
                    <a:schemeClr val="accent2"/>
                  </a:solidFill>
                  <a:latin typeface="Helvetica" panose="020B0604020202020204" pitchFamily="34" charset="0"/>
                  <a:ea typeface="MS PGothic" panose="020B0600070205080204" pitchFamily="34" charset="-128"/>
                </a:defRPr>
              </a:lvl2pPr>
              <a:lvl3pPr marL="1143000" indent="-228600">
                <a:defRPr sz="1400">
                  <a:solidFill>
                    <a:schemeClr val="accent2"/>
                  </a:solidFill>
                  <a:latin typeface="Helvetica" panose="020B0604020202020204" pitchFamily="34" charset="0"/>
                  <a:ea typeface="MS PGothic" panose="020B0600070205080204" pitchFamily="34" charset="-128"/>
                </a:defRPr>
              </a:lvl3pPr>
              <a:lvl4pPr marL="1600200" indent="-228600">
                <a:defRPr sz="1400">
                  <a:solidFill>
                    <a:schemeClr val="accent2"/>
                  </a:solidFill>
                  <a:latin typeface="Helvetica" panose="020B0604020202020204" pitchFamily="34" charset="0"/>
                  <a:ea typeface="MS PGothic" panose="020B0600070205080204" pitchFamily="34" charset="-128"/>
                </a:defRPr>
              </a:lvl4pPr>
              <a:lvl5pPr marL="2057400" indent="-228600">
                <a:defRPr sz="1400">
                  <a:solidFill>
                    <a:schemeClr val="accent2"/>
                  </a:solidFill>
                  <a:latin typeface="Helvetica" panose="020B0604020202020204" pitchFamily="34" charset="0"/>
                  <a:ea typeface="MS PGothic" panose="020B0600070205080204" pitchFamily="34" charset="-128"/>
                </a:defRPr>
              </a:lvl5pPr>
              <a:lvl6pPr marL="25146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6pPr>
              <a:lvl7pPr marL="29718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7pPr>
              <a:lvl8pPr marL="34290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8pPr>
              <a:lvl9pPr marL="38862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9pPr>
            </a:lstStyle>
            <a:p>
              <a:endParaRPr lang="en-US" altLang="en-US"/>
            </a:p>
          </p:txBody>
        </p:sp>
        <p:sp>
          <p:nvSpPr>
            <p:cNvPr id="17448" name="Freeform 40">
              <a:extLst>
                <a:ext uri="{FF2B5EF4-FFF2-40B4-BE49-F238E27FC236}">
                  <a16:creationId xmlns:a16="http://schemas.microsoft.com/office/drawing/2014/main" id="{9AAF2EE6-D017-45D4-943E-A9AB3052B0EB}"/>
                </a:ext>
              </a:extLst>
            </p:cNvPr>
            <p:cNvSpPr>
              <a:spLocks/>
            </p:cNvSpPr>
            <p:nvPr/>
          </p:nvSpPr>
          <p:spPr bwMode="auto">
            <a:xfrm>
              <a:off x="1971" y="2081"/>
              <a:ext cx="94" cy="63"/>
            </a:xfrm>
            <a:custGeom>
              <a:avLst/>
              <a:gdLst>
                <a:gd name="T0" fmla="*/ 0 w 94"/>
                <a:gd name="T1" fmla="*/ 32 h 63"/>
                <a:gd name="T2" fmla="*/ 15 w 94"/>
                <a:gd name="T3" fmla="*/ 0 h 63"/>
                <a:gd name="T4" fmla="*/ 94 w 94"/>
                <a:gd name="T5" fmla="*/ 32 h 63"/>
                <a:gd name="T6" fmla="*/ 15 w 94"/>
                <a:gd name="T7" fmla="*/ 63 h 63"/>
                <a:gd name="T8" fmla="*/ 0 w 94"/>
                <a:gd name="T9" fmla="*/ 32 h 63"/>
                <a:gd name="T10" fmla="*/ 0 60000 65536"/>
                <a:gd name="T11" fmla="*/ 0 60000 65536"/>
                <a:gd name="T12" fmla="*/ 0 60000 65536"/>
                <a:gd name="T13" fmla="*/ 0 60000 65536"/>
                <a:gd name="T14" fmla="*/ 0 60000 65536"/>
                <a:gd name="T15" fmla="*/ 0 w 94"/>
                <a:gd name="T16" fmla="*/ 0 h 63"/>
                <a:gd name="T17" fmla="*/ 94 w 94"/>
                <a:gd name="T18" fmla="*/ 63 h 63"/>
              </a:gdLst>
              <a:ahLst/>
              <a:cxnLst>
                <a:cxn ang="T10">
                  <a:pos x="T0" y="T1"/>
                </a:cxn>
                <a:cxn ang="T11">
                  <a:pos x="T2" y="T3"/>
                </a:cxn>
                <a:cxn ang="T12">
                  <a:pos x="T4" y="T5"/>
                </a:cxn>
                <a:cxn ang="T13">
                  <a:pos x="T6" y="T7"/>
                </a:cxn>
                <a:cxn ang="T14">
                  <a:pos x="T8" y="T9"/>
                </a:cxn>
              </a:cxnLst>
              <a:rect l="T15" t="T16" r="T17" b="T18"/>
              <a:pathLst>
                <a:path w="94" h="63">
                  <a:moveTo>
                    <a:pt x="0" y="32"/>
                  </a:moveTo>
                  <a:lnTo>
                    <a:pt x="15" y="0"/>
                  </a:lnTo>
                  <a:lnTo>
                    <a:pt x="94" y="32"/>
                  </a:lnTo>
                  <a:lnTo>
                    <a:pt x="15" y="63"/>
                  </a:lnTo>
                  <a:lnTo>
                    <a:pt x="0" y="32"/>
                  </a:lnTo>
                  <a:close/>
                </a:path>
              </a:pathLst>
            </a:custGeom>
            <a:solidFill>
              <a:srgbClr val="000000"/>
            </a:solidFill>
            <a:ln w="36513">
              <a:solidFill>
                <a:srgbClr val="000000"/>
              </a:solidFill>
              <a:round/>
              <a:headEnd/>
              <a:tailEnd/>
            </a:ln>
          </p:spPr>
          <p:txBody>
            <a:bodyPr/>
            <a:lstStyle/>
            <a:p>
              <a:endParaRPr lang="en-US"/>
            </a:p>
          </p:txBody>
        </p:sp>
        <p:sp>
          <p:nvSpPr>
            <p:cNvPr id="17449" name="Freeform 41">
              <a:extLst>
                <a:ext uri="{FF2B5EF4-FFF2-40B4-BE49-F238E27FC236}">
                  <a16:creationId xmlns:a16="http://schemas.microsoft.com/office/drawing/2014/main" id="{56D4255B-D30A-4843-8148-4B8E28B12988}"/>
                </a:ext>
              </a:extLst>
            </p:cNvPr>
            <p:cNvSpPr>
              <a:spLocks/>
            </p:cNvSpPr>
            <p:nvPr/>
          </p:nvSpPr>
          <p:spPr bwMode="auto">
            <a:xfrm>
              <a:off x="883" y="1876"/>
              <a:ext cx="1088" cy="237"/>
            </a:xfrm>
            <a:custGeom>
              <a:avLst/>
              <a:gdLst>
                <a:gd name="T0" fmla="*/ 1088 w 1088"/>
                <a:gd name="T1" fmla="*/ 237 h 237"/>
                <a:gd name="T2" fmla="*/ 662 w 1088"/>
                <a:gd name="T3" fmla="*/ 221 h 237"/>
                <a:gd name="T4" fmla="*/ 316 w 1088"/>
                <a:gd name="T5" fmla="*/ 158 h 237"/>
                <a:gd name="T6" fmla="*/ 95 w 1088"/>
                <a:gd name="T7" fmla="*/ 95 h 237"/>
                <a:gd name="T8" fmla="*/ 32 w 1088"/>
                <a:gd name="T9" fmla="*/ 48 h 237"/>
                <a:gd name="T10" fmla="*/ 0 w 1088"/>
                <a:gd name="T11" fmla="*/ 0 h 237"/>
                <a:gd name="T12" fmla="*/ 0 60000 65536"/>
                <a:gd name="T13" fmla="*/ 0 60000 65536"/>
                <a:gd name="T14" fmla="*/ 0 60000 65536"/>
                <a:gd name="T15" fmla="*/ 0 60000 65536"/>
                <a:gd name="T16" fmla="*/ 0 60000 65536"/>
                <a:gd name="T17" fmla="*/ 0 60000 65536"/>
                <a:gd name="T18" fmla="*/ 0 w 1088"/>
                <a:gd name="T19" fmla="*/ 0 h 237"/>
                <a:gd name="T20" fmla="*/ 1088 w 1088"/>
                <a:gd name="T21" fmla="*/ 237 h 237"/>
              </a:gdLst>
              <a:ahLst/>
              <a:cxnLst>
                <a:cxn ang="T12">
                  <a:pos x="T0" y="T1"/>
                </a:cxn>
                <a:cxn ang="T13">
                  <a:pos x="T2" y="T3"/>
                </a:cxn>
                <a:cxn ang="T14">
                  <a:pos x="T4" y="T5"/>
                </a:cxn>
                <a:cxn ang="T15">
                  <a:pos x="T6" y="T7"/>
                </a:cxn>
                <a:cxn ang="T16">
                  <a:pos x="T8" y="T9"/>
                </a:cxn>
                <a:cxn ang="T17">
                  <a:pos x="T10" y="T11"/>
                </a:cxn>
              </a:cxnLst>
              <a:rect l="T18" t="T19" r="T20" b="T21"/>
              <a:pathLst>
                <a:path w="1088" h="237">
                  <a:moveTo>
                    <a:pt x="1088" y="237"/>
                  </a:moveTo>
                  <a:lnTo>
                    <a:pt x="662" y="221"/>
                  </a:lnTo>
                  <a:lnTo>
                    <a:pt x="316" y="158"/>
                  </a:lnTo>
                  <a:lnTo>
                    <a:pt x="95" y="95"/>
                  </a:lnTo>
                  <a:lnTo>
                    <a:pt x="32" y="48"/>
                  </a:lnTo>
                  <a:lnTo>
                    <a:pt x="0" y="0"/>
                  </a:lnTo>
                </a:path>
              </a:pathLst>
            </a:custGeom>
            <a:noFill/>
            <a:ln w="3651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7450" name="Freeform 42">
              <a:extLst>
                <a:ext uri="{FF2B5EF4-FFF2-40B4-BE49-F238E27FC236}">
                  <a16:creationId xmlns:a16="http://schemas.microsoft.com/office/drawing/2014/main" id="{5E4C6D2E-ADB7-4CCC-A3E3-CE0A0F1FF4B0}"/>
                </a:ext>
              </a:extLst>
            </p:cNvPr>
            <p:cNvSpPr>
              <a:spLocks/>
            </p:cNvSpPr>
            <p:nvPr/>
          </p:nvSpPr>
          <p:spPr bwMode="auto">
            <a:xfrm>
              <a:off x="4681" y="2034"/>
              <a:ext cx="110" cy="47"/>
            </a:xfrm>
            <a:custGeom>
              <a:avLst/>
              <a:gdLst>
                <a:gd name="T0" fmla="*/ 110 w 110"/>
                <a:gd name="T1" fmla="*/ 16 h 47"/>
                <a:gd name="T2" fmla="*/ 94 w 110"/>
                <a:gd name="T3" fmla="*/ 47 h 47"/>
                <a:gd name="T4" fmla="*/ 0 w 110"/>
                <a:gd name="T5" fmla="*/ 31 h 47"/>
                <a:gd name="T6" fmla="*/ 94 w 110"/>
                <a:gd name="T7" fmla="*/ 0 h 47"/>
                <a:gd name="T8" fmla="*/ 110 w 110"/>
                <a:gd name="T9" fmla="*/ 16 h 47"/>
                <a:gd name="T10" fmla="*/ 0 60000 65536"/>
                <a:gd name="T11" fmla="*/ 0 60000 65536"/>
                <a:gd name="T12" fmla="*/ 0 60000 65536"/>
                <a:gd name="T13" fmla="*/ 0 60000 65536"/>
                <a:gd name="T14" fmla="*/ 0 60000 65536"/>
                <a:gd name="T15" fmla="*/ 0 w 110"/>
                <a:gd name="T16" fmla="*/ 0 h 47"/>
                <a:gd name="T17" fmla="*/ 110 w 110"/>
                <a:gd name="T18" fmla="*/ 47 h 47"/>
              </a:gdLst>
              <a:ahLst/>
              <a:cxnLst>
                <a:cxn ang="T10">
                  <a:pos x="T0" y="T1"/>
                </a:cxn>
                <a:cxn ang="T11">
                  <a:pos x="T2" y="T3"/>
                </a:cxn>
                <a:cxn ang="T12">
                  <a:pos x="T4" y="T5"/>
                </a:cxn>
                <a:cxn ang="T13">
                  <a:pos x="T6" y="T7"/>
                </a:cxn>
                <a:cxn ang="T14">
                  <a:pos x="T8" y="T9"/>
                </a:cxn>
              </a:cxnLst>
              <a:rect l="T15" t="T16" r="T17" b="T18"/>
              <a:pathLst>
                <a:path w="110" h="47">
                  <a:moveTo>
                    <a:pt x="110" y="16"/>
                  </a:moveTo>
                  <a:lnTo>
                    <a:pt x="94" y="47"/>
                  </a:lnTo>
                  <a:lnTo>
                    <a:pt x="0" y="31"/>
                  </a:lnTo>
                  <a:lnTo>
                    <a:pt x="94" y="0"/>
                  </a:lnTo>
                  <a:lnTo>
                    <a:pt x="110" y="16"/>
                  </a:lnTo>
                  <a:close/>
                </a:path>
              </a:pathLst>
            </a:custGeom>
            <a:solidFill>
              <a:srgbClr val="000000"/>
            </a:solidFill>
            <a:ln w="36513">
              <a:solidFill>
                <a:srgbClr val="000000"/>
              </a:solidFill>
              <a:round/>
              <a:headEnd/>
              <a:tailEnd/>
            </a:ln>
          </p:spPr>
          <p:txBody>
            <a:bodyPr/>
            <a:lstStyle/>
            <a:p>
              <a:endParaRPr lang="en-US"/>
            </a:p>
          </p:txBody>
        </p:sp>
        <p:sp>
          <p:nvSpPr>
            <p:cNvPr id="17451" name="Freeform 43">
              <a:extLst>
                <a:ext uri="{FF2B5EF4-FFF2-40B4-BE49-F238E27FC236}">
                  <a16:creationId xmlns:a16="http://schemas.microsoft.com/office/drawing/2014/main" id="{73DB2D50-30D6-43C8-875F-4AF48BCAA8EF}"/>
                </a:ext>
              </a:extLst>
            </p:cNvPr>
            <p:cNvSpPr>
              <a:spLocks/>
            </p:cNvSpPr>
            <p:nvPr/>
          </p:nvSpPr>
          <p:spPr bwMode="auto">
            <a:xfrm>
              <a:off x="4775" y="1782"/>
              <a:ext cx="520" cy="268"/>
            </a:xfrm>
            <a:custGeom>
              <a:avLst/>
              <a:gdLst>
                <a:gd name="T0" fmla="*/ 520 w 520"/>
                <a:gd name="T1" fmla="*/ 0 h 268"/>
                <a:gd name="T2" fmla="*/ 489 w 520"/>
                <a:gd name="T3" fmla="*/ 94 h 268"/>
                <a:gd name="T4" fmla="*/ 378 w 520"/>
                <a:gd name="T5" fmla="*/ 189 h 268"/>
                <a:gd name="T6" fmla="*/ 205 w 520"/>
                <a:gd name="T7" fmla="*/ 252 h 268"/>
                <a:gd name="T8" fmla="*/ 0 w 520"/>
                <a:gd name="T9" fmla="*/ 268 h 268"/>
                <a:gd name="T10" fmla="*/ 0 60000 65536"/>
                <a:gd name="T11" fmla="*/ 0 60000 65536"/>
                <a:gd name="T12" fmla="*/ 0 60000 65536"/>
                <a:gd name="T13" fmla="*/ 0 60000 65536"/>
                <a:gd name="T14" fmla="*/ 0 60000 65536"/>
                <a:gd name="T15" fmla="*/ 0 w 520"/>
                <a:gd name="T16" fmla="*/ 0 h 268"/>
                <a:gd name="T17" fmla="*/ 520 w 520"/>
                <a:gd name="T18" fmla="*/ 268 h 268"/>
              </a:gdLst>
              <a:ahLst/>
              <a:cxnLst>
                <a:cxn ang="T10">
                  <a:pos x="T0" y="T1"/>
                </a:cxn>
                <a:cxn ang="T11">
                  <a:pos x="T2" y="T3"/>
                </a:cxn>
                <a:cxn ang="T12">
                  <a:pos x="T4" y="T5"/>
                </a:cxn>
                <a:cxn ang="T13">
                  <a:pos x="T6" y="T7"/>
                </a:cxn>
                <a:cxn ang="T14">
                  <a:pos x="T8" y="T9"/>
                </a:cxn>
              </a:cxnLst>
              <a:rect l="T15" t="T16" r="T17" b="T18"/>
              <a:pathLst>
                <a:path w="520" h="268">
                  <a:moveTo>
                    <a:pt x="520" y="0"/>
                  </a:moveTo>
                  <a:lnTo>
                    <a:pt x="489" y="94"/>
                  </a:lnTo>
                  <a:lnTo>
                    <a:pt x="378" y="189"/>
                  </a:lnTo>
                  <a:lnTo>
                    <a:pt x="205" y="252"/>
                  </a:lnTo>
                  <a:lnTo>
                    <a:pt x="0" y="268"/>
                  </a:lnTo>
                </a:path>
              </a:pathLst>
            </a:custGeom>
            <a:noFill/>
            <a:ln w="3651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7452" name="Rectangle 44">
              <a:extLst>
                <a:ext uri="{FF2B5EF4-FFF2-40B4-BE49-F238E27FC236}">
                  <a16:creationId xmlns:a16="http://schemas.microsoft.com/office/drawing/2014/main" id="{E56BE7FC-AB86-492A-AC45-C4E0941FFEC0}"/>
                </a:ext>
              </a:extLst>
            </p:cNvPr>
            <p:cNvSpPr>
              <a:spLocks noChangeArrowheads="1"/>
            </p:cNvSpPr>
            <p:nvPr/>
          </p:nvSpPr>
          <p:spPr bwMode="auto">
            <a:xfrm>
              <a:off x="3445" y="1132"/>
              <a:ext cx="399"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400">
                  <a:solidFill>
                    <a:schemeClr val="accent2"/>
                  </a:solidFill>
                  <a:latin typeface="Helvetica" panose="020B0604020202020204" pitchFamily="34" charset="0"/>
                  <a:ea typeface="MS PGothic" panose="020B0600070205080204" pitchFamily="34" charset="-128"/>
                </a:defRPr>
              </a:lvl1pPr>
              <a:lvl2pPr marL="742950" indent="-285750">
                <a:defRPr sz="1400">
                  <a:solidFill>
                    <a:schemeClr val="accent2"/>
                  </a:solidFill>
                  <a:latin typeface="Helvetica" panose="020B0604020202020204" pitchFamily="34" charset="0"/>
                  <a:ea typeface="MS PGothic" panose="020B0600070205080204" pitchFamily="34" charset="-128"/>
                </a:defRPr>
              </a:lvl2pPr>
              <a:lvl3pPr marL="1143000" indent="-228600">
                <a:defRPr sz="1400">
                  <a:solidFill>
                    <a:schemeClr val="accent2"/>
                  </a:solidFill>
                  <a:latin typeface="Helvetica" panose="020B0604020202020204" pitchFamily="34" charset="0"/>
                  <a:ea typeface="MS PGothic" panose="020B0600070205080204" pitchFamily="34" charset="-128"/>
                </a:defRPr>
              </a:lvl3pPr>
              <a:lvl4pPr marL="1600200" indent="-228600">
                <a:defRPr sz="1400">
                  <a:solidFill>
                    <a:schemeClr val="accent2"/>
                  </a:solidFill>
                  <a:latin typeface="Helvetica" panose="020B0604020202020204" pitchFamily="34" charset="0"/>
                  <a:ea typeface="MS PGothic" panose="020B0600070205080204" pitchFamily="34" charset="-128"/>
                </a:defRPr>
              </a:lvl4pPr>
              <a:lvl5pPr marL="2057400" indent="-228600">
                <a:defRPr sz="1400">
                  <a:solidFill>
                    <a:schemeClr val="accent2"/>
                  </a:solidFill>
                  <a:latin typeface="Helvetica" panose="020B0604020202020204" pitchFamily="34" charset="0"/>
                  <a:ea typeface="MS PGothic" panose="020B0600070205080204" pitchFamily="34" charset="-128"/>
                </a:defRPr>
              </a:lvl5pPr>
              <a:lvl6pPr marL="25146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6pPr>
              <a:lvl7pPr marL="29718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7pPr>
              <a:lvl8pPr marL="34290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8pPr>
              <a:lvl9pPr marL="38862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9pPr>
            </a:lstStyle>
            <a:p>
              <a:pPr>
                <a:lnSpc>
                  <a:spcPct val="100000"/>
                </a:lnSpc>
              </a:pPr>
              <a:r>
                <a:rPr lang="en-GB" altLang="en-US" sz="1600">
                  <a:solidFill>
                    <a:srgbClr val="000000"/>
                  </a:solidFill>
                  <a:latin typeface="Arial" panose="020B0604020202020204" pitchFamily="34" charset="0"/>
                </a:rPr>
                <a:t>remote</a:t>
              </a:r>
              <a:endParaRPr lang="en-GB" altLang="en-US" sz="2400">
                <a:solidFill>
                  <a:schemeClr val="tx1"/>
                </a:solidFill>
                <a:latin typeface="Times" panose="02020603050405020304" pitchFamily="18" charset="0"/>
              </a:endParaRPr>
            </a:p>
          </p:txBody>
        </p:sp>
        <p:sp>
          <p:nvSpPr>
            <p:cNvPr id="17453" name="Rectangle 45">
              <a:extLst>
                <a:ext uri="{FF2B5EF4-FFF2-40B4-BE49-F238E27FC236}">
                  <a16:creationId xmlns:a16="http://schemas.microsoft.com/office/drawing/2014/main" id="{5FE9827E-6D43-47C4-8595-5D8C2D6CB080}"/>
                </a:ext>
              </a:extLst>
            </p:cNvPr>
            <p:cNvSpPr>
              <a:spLocks noChangeArrowheads="1"/>
            </p:cNvSpPr>
            <p:nvPr/>
          </p:nvSpPr>
          <p:spPr bwMode="auto">
            <a:xfrm>
              <a:off x="3848" y="1132"/>
              <a:ext cx="34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400">
                  <a:solidFill>
                    <a:schemeClr val="accent2"/>
                  </a:solidFill>
                  <a:latin typeface="Helvetica" panose="020B0604020202020204" pitchFamily="34" charset="0"/>
                  <a:ea typeface="MS PGothic" panose="020B0600070205080204" pitchFamily="34" charset="-128"/>
                </a:defRPr>
              </a:lvl1pPr>
              <a:lvl2pPr marL="742950" indent="-285750">
                <a:defRPr sz="1400">
                  <a:solidFill>
                    <a:schemeClr val="accent2"/>
                  </a:solidFill>
                  <a:latin typeface="Helvetica" panose="020B0604020202020204" pitchFamily="34" charset="0"/>
                  <a:ea typeface="MS PGothic" panose="020B0600070205080204" pitchFamily="34" charset="-128"/>
                </a:defRPr>
              </a:lvl2pPr>
              <a:lvl3pPr marL="1143000" indent="-228600">
                <a:defRPr sz="1400">
                  <a:solidFill>
                    <a:schemeClr val="accent2"/>
                  </a:solidFill>
                  <a:latin typeface="Helvetica" panose="020B0604020202020204" pitchFamily="34" charset="0"/>
                  <a:ea typeface="MS PGothic" panose="020B0600070205080204" pitchFamily="34" charset="-128"/>
                </a:defRPr>
              </a:lvl3pPr>
              <a:lvl4pPr marL="1600200" indent="-228600">
                <a:defRPr sz="1400">
                  <a:solidFill>
                    <a:schemeClr val="accent2"/>
                  </a:solidFill>
                  <a:latin typeface="Helvetica" panose="020B0604020202020204" pitchFamily="34" charset="0"/>
                  <a:ea typeface="MS PGothic" panose="020B0600070205080204" pitchFamily="34" charset="-128"/>
                </a:defRPr>
              </a:lvl4pPr>
              <a:lvl5pPr marL="2057400" indent="-228600">
                <a:defRPr sz="1400">
                  <a:solidFill>
                    <a:schemeClr val="accent2"/>
                  </a:solidFill>
                  <a:latin typeface="Helvetica" panose="020B0604020202020204" pitchFamily="34" charset="0"/>
                  <a:ea typeface="MS PGothic" panose="020B0600070205080204" pitchFamily="34" charset="-128"/>
                </a:defRPr>
              </a:lvl5pPr>
              <a:lvl6pPr marL="25146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6pPr>
              <a:lvl7pPr marL="29718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7pPr>
              <a:lvl8pPr marL="34290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8pPr>
              <a:lvl9pPr marL="38862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9pPr>
            </a:lstStyle>
            <a:p>
              <a:pPr>
                <a:lnSpc>
                  <a:spcPct val="100000"/>
                </a:lnSpc>
              </a:pPr>
              <a:r>
                <a:rPr lang="en-GB" altLang="en-US" sz="1600">
                  <a:solidFill>
                    <a:srgbClr val="000000"/>
                  </a:solidFill>
                  <a:latin typeface="Arial" panose="020B0604020202020204" pitchFamily="34" charset="0"/>
                </a:rPr>
                <a:t>object</a:t>
              </a:r>
              <a:endParaRPr lang="en-GB" altLang="en-US" sz="2400">
                <a:solidFill>
                  <a:schemeClr val="tx1"/>
                </a:solidFill>
                <a:latin typeface="Times" panose="02020603050405020304" pitchFamily="18" charset="0"/>
              </a:endParaRPr>
            </a:p>
          </p:txBody>
        </p:sp>
        <p:sp>
          <p:nvSpPr>
            <p:cNvPr id="17454" name="Line 46">
              <a:extLst>
                <a:ext uri="{FF2B5EF4-FFF2-40B4-BE49-F238E27FC236}">
                  <a16:creationId xmlns:a16="http://schemas.microsoft.com/office/drawing/2014/main" id="{35F9013B-F785-49B3-9DF8-EA17D94D8FA6}"/>
                </a:ext>
              </a:extLst>
            </p:cNvPr>
            <p:cNvSpPr>
              <a:spLocks noChangeShapeType="1"/>
            </p:cNvSpPr>
            <p:nvPr/>
          </p:nvSpPr>
          <p:spPr bwMode="auto">
            <a:xfrm>
              <a:off x="2617" y="2286"/>
              <a:ext cx="693" cy="1"/>
            </a:xfrm>
            <a:prstGeom prst="line">
              <a:avLst/>
            </a:prstGeom>
            <a:noFill/>
            <a:ln w="36513">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55" name="Rectangle 47">
              <a:extLst>
                <a:ext uri="{FF2B5EF4-FFF2-40B4-BE49-F238E27FC236}">
                  <a16:creationId xmlns:a16="http://schemas.microsoft.com/office/drawing/2014/main" id="{0525E04C-3AFF-4DA9-8D43-3DF3E8B431C6}"/>
                </a:ext>
              </a:extLst>
            </p:cNvPr>
            <p:cNvSpPr>
              <a:spLocks noChangeArrowheads="1"/>
            </p:cNvSpPr>
            <p:nvPr/>
          </p:nvSpPr>
          <p:spPr bwMode="auto">
            <a:xfrm>
              <a:off x="2173" y="1915"/>
              <a:ext cx="128" cy="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400">
                  <a:solidFill>
                    <a:schemeClr val="accent2"/>
                  </a:solidFill>
                  <a:latin typeface="Helvetica" panose="020B0604020202020204" pitchFamily="34" charset="0"/>
                  <a:ea typeface="MS PGothic" panose="020B0600070205080204" pitchFamily="34" charset="-128"/>
                </a:defRPr>
              </a:lvl1pPr>
              <a:lvl2pPr marL="742950" indent="-285750">
                <a:defRPr sz="1400">
                  <a:solidFill>
                    <a:schemeClr val="accent2"/>
                  </a:solidFill>
                  <a:latin typeface="Helvetica" panose="020B0604020202020204" pitchFamily="34" charset="0"/>
                  <a:ea typeface="MS PGothic" panose="020B0600070205080204" pitchFamily="34" charset="-128"/>
                </a:defRPr>
              </a:lvl2pPr>
              <a:lvl3pPr marL="1143000" indent="-228600">
                <a:defRPr sz="1400">
                  <a:solidFill>
                    <a:schemeClr val="accent2"/>
                  </a:solidFill>
                  <a:latin typeface="Helvetica" panose="020B0604020202020204" pitchFamily="34" charset="0"/>
                  <a:ea typeface="MS PGothic" panose="020B0600070205080204" pitchFamily="34" charset="-128"/>
                </a:defRPr>
              </a:lvl3pPr>
              <a:lvl4pPr marL="1600200" indent="-228600">
                <a:defRPr sz="1400">
                  <a:solidFill>
                    <a:schemeClr val="accent2"/>
                  </a:solidFill>
                  <a:latin typeface="Helvetica" panose="020B0604020202020204" pitchFamily="34" charset="0"/>
                  <a:ea typeface="MS PGothic" panose="020B0600070205080204" pitchFamily="34" charset="-128"/>
                </a:defRPr>
              </a:lvl4pPr>
              <a:lvl5pPr marL="2057400" indent="-228600">
                <a:defRPr sz="1400">
                  <a:solidFill>
                    <a:schemeClr val="accent2"/>
                  </a:solidFill>
                  <a:latin typeface="Helvetica" panose="020B0604020202020204" pitchFamily="34" charset="0"/>
                  <a:ea typeface="MS PGothic" panose="020B0600070205080204" pitchFamily="34" charset="-128"/>
                </a:defRPr>
              </a:lvl5pPr>
              <a:lvl6pPr marL="25146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6pPr>
              <a:lvl7pPr marL="29718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7pPr>
              <a:lvl8pPr marL="34290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8pPr>
              <a:lvl9pPr marL="38862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9pPr>
            </a:lstStyle>
            <a:p>
              <a:pPr>
                <a:lnSpc>
                  <a:spcPct val="100000"/>
                </a:lnSpc>
              </a:pPr>
              <a:r>
                <a:rPr lang="en-GB" altLang="en-US" sz="4800">
                  <a:solidFill>
                    <a:srgbClr val="000000"/>
                  </a:solidFill>
                  <a:latin typeface="Arial" panose="020B0604020202020204" pitchFamily="34" charset="0"/>
                </a:rPr>
                <a:t>{</a:t>
              </a:r>
              <a:endParaRPr lang="en-GB" altLang="en-US" sz="2400">
                <a:solidFill>
                  <a:schemeClr val="tx1"/>
                </a:solidFill>
                <a:latin typeface="Times" panose="02020603050405020304" pitchFamily="18" charset="0"/>
              </a:endParaRPr>
            </a:p>
          </p:txBody>
        </p:sp>
        <p:sp>
          <p:nvSpPr>
            <p:cNvPr id="17456" name="Rectangle 48">
              <a:extLst>
                <a:ext uri="{FF2B5EF4-FFF2-40B4-BE49-F238E27FC236}">
                  <a16:creationId xmlns:a16="http://schemas.microsoft.com/office/drawing/2014/main" id="{993C72D5-3D6B-48DC-882F-36BC460CA5FD}"/>
                </a:ext>
              </a:extLst>
            </p:cNvPr>
            <p:cNvSpPr>
              <a:spLocks noChangeArrowheads="1"/>
            </p:cNvSpPr>
            <p:nvPr/>
          </p:nvSpPr>
          <p:spPr bwMode="auto">
            <a:xfrm>
              <a:off x="3414" y="2183"/>
              <a:ext cx="63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400">
                  <a:solidFill>
                    <a:schemeClr val="accent2"/>
                  </a:solidFill>
                  <a:latin typeface="Helvetica" panose="020B0604020202020204" pitchFamily="34" charset="0"/>
                  <a:ea typeface="MS PGothic" panose="020B0600070205080204" pitchFamily="34" charset="-128"/>
                </a:defRPr>
              </a:lvl1pPr>
              <a:lvl2pPr marL="742950" indent="-285750">
                <a:defRPr sz="1400">
                  <a:solidFill>
                    <a:schemeClr val="accent2"/>
                  </a:solidFill>
                  <a:latin typeface="Helvetica" panose="020B0604020202020204" pitchFamily="34" charset="0"/>
                  <a:ea typeface="MS PGothic" panose="020B0600070205080204" pitchFamily="34" charset="-128"/>
                </a:defRPr>
              </a:lvl2pPr>
              <a:lvl3pPr marL="1143000" indent="-228600">
                <a:defRPr sz="1400">
                  <a:solidFill>
                    <a:schemeClr val="accent2"/>
                  </a:solidFill>
                  <a:latin typeface="Helvetica" panose="020B0604020202020204" pitchFamily="34" charset="0"/>
                  <a:ea typeface="MS PGothic" panose="020B0600070205080204" pitchFamily="34" charset="-128"/>
                </a:defRPr>
              </a:lvl3pPr>
              <a:lvl4pPr marL="1600200" indent="-228600">
                <a:defRPr sz="1400">
                  <a:solidFill>
                    <a:schemeClr val="accent2"/>
                  </a:solidFill>
                  <a:latin typeface="Helvetica" panose="020B0604020202020204" pitchFamily="34" charset="0"/>
                  <a:ea typeface="MS PGothic" panose="020B0600070205080204" pitchFamily="34" charset="-128"/>
                </a:defRPr>
              </a:lvl4pPr>
              <a:lvl5pPr marL="2057400" indent="-228600">
                <a:defRPr sz="1400">
                  <a:solidFill>
                    <a:schemeClr val="accent2"/>
                  </a:solidFill>
                  <a:latin typeface="Helvetica" panose="020B0604020202020204" pitchFamily="34" charset="0"/>
                  <a:ea typeface="MS PGothic" panose="020B0600070205080204" pitchFamily="34" charset="-128"/>
                </a:defRPr>
              </a:lvl5pPr>
              <a:lvl6pPr marL="25146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6pPr>
              <a:lvl7pPr marL="29718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7pPr>
              <a:lvl8pPr marL="34290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8pPr>
              <a:lvl9pPr marL="38862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9pPr>
            </a:lstStyle>
            <a:p>
              <a:pPr>
                <a:lnSpc>
                  <a:spcPct val="100000"/>
                </a:lnSpc>
              </a:pPr>
              <a:r>
                <a:rPr lang="en-GB" altLang="en-US" sz="1600">
                  <a:solidFill>
                    <a:srgbClr val="000000"/>
                  </a:solidFill>
                  <a:latin typeface="Arial" panose="020B0604020202020204" pitchFamily="34" charset="0"/>
                </a:rPr>
                <a:t>of methods</a:t>
              </a:r>
              <a:endParaRPr lang="en-GB" altLang="en-US" sz="2400">
                <a:solidFill>
                  <a:schemeClr val="tx1"/>
                </a:solidFill>
                <a:latin typeface="Times" panose="02020603050405020304" pitchFamily="18" charset="0"/>
              </a:endParaRPr>
            </a:p>
          </p:txBody>
        </p:sp>
      </p:grpSp>
      <p:sp>
        <p:nvSpPr>
          <p:cNvPr id="17411" name="Text Box 49">
            <a:extLst>
              <a:ext uri="{FF2B5EF4-FFF2-40B4-BE49-F238E27FC236}">
                <a16:creationId xmlns:a16="http://schemas.microsoft.com/office/drawing/2014/main" id="{0500586A-EBBC-4D54-A908-9E21D78902D5}"/>
              </a:ext>
            </a:extLst>
          </p:cNvPr>
          <p:cNvSpPr txBox="1">
            <a:spLocks noChangeArrowheads="1"/>
          </p:cNvSpPr>
          <p:nvPr/>
        </p:nvSpPr>
        <p:spPr bwMode="auto">
          <a:xfrm>
            <a:off x="624479" y="5441727"/>
            <a:ext cx="781784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med" len="lg"/>
              </a14:hiddenLine>
            </a:ext>
          </a:extLst>
        </p:spPr>
        <p:txBody>
          <a:bodyPr wrap="none">
            <a:spAutoFit/>
          </a:bodyPr>
          <a:lstStyle>
            <a:lvl1pPr>
              <a:defRPr sz="1400">
                <a:solidFill>
                  <a:schemeClr val="accent2"/>
                </a:solidFill>
                <a:latin typeface="Helvetica" panose="020B0604020202020204" pitchFamily="34" charset="0"/>
                <a:ea typeface="MS PGothic" panose="020B0600070205080204" pitchFamily="34" charset="-128"/>
              </a:defRPr>
            </a:lvl1pPr>
            <a:lvl2pPr marL="742950" indent="-285750">
              <a:defRPr sz="1400">
                <a:solidFill>
                  <a:schemeClr val="accent2"/>
                </a:solidFill>
                <a:latin typeface="Helvetica" panose="020B0604020202020204" pitchFamily="34" charset="0"/>
                <a:ea typeface="MS PGothic" panose="020B0600070205080204" pitchFamily="34" charset="-128"/>
              </a:defRPr>
            </a:lvl2pPr>
            <a:lvl3pPr marL="1143000" indent="-228600">
              <a:defRPr sz="1400">
                <a:solidFill>
                  <a:schemeClr val="accent2"/>
                </a:solidFill>
                <a:latin typeface="Helvetica" panose="020B0604020202020204" pitchFamily="34" charset="0"/>
                <a:ea typeface="MS PGothic" panose="020B0600070205080204" pitchFamily="34" charset="-128"/>
              </a:defRPr>
            </a:lvl3pPr>
            <a:lvl4pPr marL="1600200" indent="-228600">
              <a:defRPr sz="1400">
                <a:solidFill>
                  <a:schemeClr val="accent2"/>
                </a:solidFill>
                <a:latin typeface="Helvetica" panose="020B0604020202020204" pitchFamily="34" charset="0"/>
                <a:ea typeface="MS PGothic" panose="020B0600070205080204" pitchFamily="34" charset="-128"/>
              </a:defRPr>
            </a:lvl4pPr>
            <a:lvl5pPr marL="2057400" indent="-228600">
              <a:defRPr sz="1400">
                <a:solidFill>
                  <a:schemeClr val="accent2"/>
                </a:solidFill>
                <a:latin typeface="Helvetica" panose="020B0604020202020204" pitchFamily="34" charset="0"/>
                <a:ea typeface="MS PGothic" panose="020B0600070205080204" pitchFamily="34" charset="-128"/>
              </a:defRPr>
            </a:lvl5pPr>
            <a:lvl6pPr marL="25146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6pPr>
            <a:lvl7pPr marL="29718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7pPr>
            <a:lvl8pPr marL="34290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8pPr>
            <a:lvl9pPr marL="3886200" indent="-228600" eaLnBrk="0" fontAlgn="base" hangingPunct="0">
              <a:lnSpc>
                <a:spcPct val="90000"/>
              </a:lnSpc>
              <a:spcBef>
                <a:spcPct val="0"/>
              </a:spcBef>
              <a:spcAft>
                <a:spcPct val="0"/>
              </a:spcAft>
              <a:defRPr sz="1400">
                <a:solidFill>
                  <a:schemeClr val="accent2"/>
                </a:solidFill>
                <a:latin typeface="Helvetica" panose="020B0604020202020204" pitchFamily="34" charset="0"/>
                <a:ea typeface="MS PGothic" panose="020B0600070205080204" pitchFamily="34" charset="-128"/>
              </a:defRPr>
            </a:lvl9pPr>
          </a:lstStyle>
          <a:p>
            <a:r>
              <a:rPr lang="en-US" altLang="en-US" sz="1800" dirty="0">
                <a:solidFill>
                  <a:schemeClr val="hlink"/>
                </a:solidFill>
              </a:rPr>
              <a:t>Example Remote Object reference=(IP, port, </a:t>
            </a:r>
            <a:r>
              <a:rPr lang="en-US" altLang="en-US" sz="1800" dirty="0" err="1">
                <a:solidFill>
                  <a:schemeClr val="hlink"/>
                </a:solidFill>
              </a:rPr>
              <a:t>objectnumber</a:t>
            </a:r>
            <a:r>
              <a:rPr lang="en-US" altLang="en-US" sz="1800" dirty="0">
                <a:solidFill>
                  <a:schemeClr val="hlink"/>
                </a:solidFill>
              </a:rPr>
              <a:t>, signature, time)</a:t>
            </a:r>
          </a:p>
        </p:txBody>
      </p:sp>
    </p:spTree>
    <p:extLst>
      <p:ext uri="{BB962C8B-B14F-4D97-AF65-F5344CB8AC3E}">
        <p14:creationId xmlns:p14="http://schemas.microsoft.com/office/powerpoint/2010/main" val="6323631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7701" name="Picture 5">
            <a:extLst>
              <a:ext uri="{FF2B5EF4-FFF2-40B4-BE49-F238E27FC236}">
                <a16:creationId xmlns:a16="http://schemas.microsoft.com/office/drawing/2014/main" id="{78D5B442-1904-44F3-A48E-29D1BB789C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0309" t="40030" r="17317" b="34743"/>
          <a:stretch>
            <a:fillRect/>
          </a:stretch>
        </p:blipFill>
        <p:spPr bwMode="auto">
          <a:xfrm>
            <a:off x="1033220" y="935898"/>
            <a:ext cx="6705600" cy="3840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7698" name="Rectangle 2">
            <a:extLst>
              <a:ext uri="{FF2B5EF4-FFF2-40B4-BE49-F238E27FC236}">
                <a16:creationId xmlns:a16="http://schemas.microsoft.com/office/drawing/2014/main" id="{12BEA987-5CA3-40EF-8784-02AF0FDA15FA}"/>
              </a:ext>
            </a:extLst>
          </p:cNvPr>
          <p:cNvSpPr>
            <a:spLocks noGrp="1" noChangeArrowheads="1"/>
          </p:cNvSpPr>
          <p:nvPr>
            <p:ph type="title"/>
          </p:nvPr>
        </p:nvSpPr>
        <p:spPr>
          <a:xfrm>
            <a:off x="442670" y="194644"/>
            <a:ext cx="7886700" cy="781749"/>
          </a:xfrm>
        </p:spPr>
        <p:txBody>
          <a:bodyPr/>
          <a:lstStyle/>
          <a:p>
            <a:r>
              <a:rPr lang="en-US" altLang="en-US" dirty="0">
                <a:solidFill>
                  <a:srgbClr val="FF0000"/>
                </a:solidFill>
              </a:rPr>
              <a:t>Distributed Objects</a:t>
            </a:r>
          </a:p>
        </p:txBody>
      </p:sp>
      <p:sp>
        <p:nvSpPr>
          <p:cNvPr id="157699" name="Rectangle 3">
            <a:extLst>
              <a:ext uri="{FF2B5EF4-FFF2-40B4-BE49-F238E27FC236}">
                <a16:creationId xmlns:a16="http://schemas.microsoft.com/office/drawing/2014/main" id="{64BEE998-D847-47E7-97B7-8ED371B74D26}"/>
              </a:ext>
            </a:extLst>
          </p:cNvPr>
          <p:cNvSpPr>
            <a:spLocks noGrp="1" noChangeArrowheads="1"/>
          </p:cNvSpPr>
          <p:nvPr>
            <p:ph type="body" idx="1"/>
          </p:nvPr>
        </p:nvSpPr>
        <p:spPr>
          <a:xfrm>
            <a:off x="670302" y="4900048"/>
            <a:ext cx="7848600" cy="1828800"/>
          </a:xfrm>
        </p:spPr>
        <p:txBody>
          <a:bodyPr/>
          <a:lstStyle/>
          <a:p>
            <a:pPr>
              <a:lnSpc>
                <a:spcPct val="80000"/>
              </a:lnSpc>
            </a:pPr>
            <a:r>
              <a:rPr lang="en-US" altLang="en-US" sz="2800" dirty="0"/>
              <a:t>Interface on client</a:t>
            </a:r>
          </a:p>
          <a:p>
            <a:pPr lvl="1">
              <a:lnSpc>
                <a:spcPct val="80000"/>
              </a:lnSpc>
            </a:pPr>
            <a:r>
              <a:rPr lang="en-US" altLang="en-US" sz="2400" b="1" dirty="0">
                <a:solidFill>
                  <a:schemeClr val="accent2"/>
                </a:solidFill>
              </a:rPr>
              <a:t>Proxy</a:t>
            </a:r>
            <a:r>
              <a:rPr lang="en-US" altLang="en-US" sz="2400" dirty="0"/>
              <a:t> </a:t>
            </a:r>
            <a:r>
              <a:rPr lang="en-US" altLang="en-US" sz="2400" dirty="0">
                <a:sym typeface="Symbol" panose="05050102010706020507" pitchFamily="18" charset="2"/>
              </a:rPr>
              <a:t> like client stub in RPC</a:t>
            </a:r>
            <a:endParaRPr lang="en-US" altLang="en-US" sz="2400" dirty="0"/>
          </a:p>
          <a:p>
            <a:pPr>
              <a:lnSpc>
                <a:spcPct val="80000"/>
              </a:lnSpc>
            </a:pPr>
            <a:r>
              <a:rPr lang="en-US" altLang="en-US" sz="2800" dirty="0"/>
              <a:t>Object on server</a:t>
            </a:r>
          </a:p>
          <a:p>
            <a:pPr lvl="1">
              <a:lnSpc>
                <a:spcPct val="80000"/>
              </a:lnSpc>
            </a:pPr>
            <a:r>
              <a:rPr lang="en-US" altLang="en-US" sz="2400" b="1" dirty="0">
                <a:solidFill>
                  <a:schemeClr val="accent2"/>
                </a:solidFill>
              </a:rPr>
              <a:t>Skeleton</a:t>
            </a:r>
            <a:r>
              <a:rPr lang="en-US" altLang="en-US" sz="2400" dirty="0"/>
              <a:t> </a:t>
            </a:r>
            <a:r>
              <a:rPr lang="en-US" altLang="en-US" sz="2400" dirty="0">
                <a:sym typeface="Symbol" panose="05050102010706020507" pitchFamily="18" charset="2"/>
              </a:rPr>
              <a:t></a:t>
            </a:r>
            <a:r>
              <a:rPr lang="en-US" altLang="en-US" sz="2400" dirty="0"/>
              <a:t> like server stub in RPC</a:t>
            </a:r>
          </a:p>
        </p:txBody>
      </p:sp>
    </p:spTree>
    <p:extLst>
      <p:ext uri="{BB962C8B-B14F-4D97-AF65-F5344CB8AC3E}">
        <p14:creationId xmlns:p14="http://schemas.microsoft.com/office/powerpoint/2010/main" val="13634478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41">
            <a:extLst>
              <a:ext uri="{FF2B5EF4-FFF2-40B4-BE49-F238E27FC236}">
                <a16:creationId xmlns:a16="http://schemas.microsoft.com/office/drawing/2014/main" id="{8A4A9361-3373-4F4A-827F-7E1806536499}"/>
              </a:ext>
            </a:extLst>
          </p:cNvPr>
          <p:cNvSpPr>
            <a:spLocks noChangeArrowheads="1"/>
          </p:cNvSpPr>
          <p:nvPr/>
        </p:nvSpPr>
        <p:spPr bwMode="auto">
          <a:xfrm>
            <a:off x="5008563" y="3629025"/>
            <a:ext cx="1076325" cy="2895600"/>
          </a:xfrm>
          <a:prstGeom prst="rect">
            <a:avLst/>
          </a:prstGeom>
          <a:solidFill>
            <a:srgbClr val="CCECFF"/>
          </a:solidFill>
          <a:ln w="9525">
            <a:solidFill>
              <a:schemeClr val="tx1"/>
            </a:solidFill>
            <a:miter lim="800000"/>
            <a:headEnd/>
            <a:tailEnd/>
          </a:ln>
        </p:spPr>
        <p:txBody>
          <a:bodyPr wrap="none" anchor="ctr"/>
          <a:lstStyle>
            <a:lvl1pPr eaLnBrk="0" hangingPunct="0">
              <a:defRPr sz="2400">
                <a:solidFill>
                  <a:srgbClr val="003399"/>
                </a:solidFill>
                <a:latin typeface="Tahoma" panose="020B0604030504040204" pitchFamily="34" charset="0"/>
              </a:defRPr>
            </a:lvl1pPr>
            <a:lvl2pPr marL="742950" indent="-285750" eaLnBrk="0" hangingPunct="0">
              <a:defRPr sz="2400">
                <a:solidFill>
                  <a:srgbClr val="003399"/>
                </a:solidFill>
                <a:latin typeface="Tahoma" panose="020B0604030504040204" pitchFamily="34" charset="0"/>
              </a:defRPr>
            </a:lvl2pPr>
            <a:lvl3pPr marL="1143000" indent="-228600" eaLnBrk="0" hangingPunct="0">
              <a:defRPr sz="2400">
                <a:solidFill>
                  <a:srgbClr val="003399"/>
                </a:solidFill>
                <a:latin typeface="Tahoma" panose="020B0604030504040204" pitchFamily="34" charset="0"/>
              </a:defRPr>
            </a:lvl3pPr>
            <a:lvl4pPr marL="1600200" indent="-228600" eaLnBrk="0" hangingPunct="0">
              <a:defRPr sz="2400">
                <a:solidFill>
                  <a:srgbClr val="003399"/>
                </a:solidFill>
                <a:latin typeface="Tahoma" panose="020B0604030504040204" pitchFamily="34" charset="0"/>
              </a:defRPr>
            </a:lvl4pPr>
            <a:lvl5pPr marL="2057400" indent="-228600" eaLnBrk="0" hangingPunct="0">
              <a:defRPr sz="2400">
                <a:solidFill>
                  <a:srgbClr val="003399"/>
                </a:solidFill>
                <a:latin typeface="Tahoma" panose="020B0604030504040204" pitchFamily="34" charset="0"/>
              </a:defRPr>
            </a:lvl5pPr>
            <a:lvl6pPr marL="2514600" indent="-228600" eaLnBrk="0" fontAlgn="base" hangingPunct="0">
              <a:spcBef>
                <a:spcPct val="20000"/>
              </a:spcBef>
              <a:spcAft>
                <a:spcPct val="0"/>
              </a:spcAft>
              <a:defRPr sz="2400">
                <a:solidFill>
                  <a:srgbClr val="003399"/>
                </a:solidFill>
                <a:latin typeface="Tahoma" panose="020B0604030504040204" pitchFamily="34" charset="0"/>
              </a:defRPr>
            </a:lvl6pPr>
            <a:lvl7pPr marL="2971800" indent="-228600" eaLnBrk="0" fontAlgn="base" hangingPunct="0">
              <a:spcBef>
                <a:spcPct val="20000"/>
              </a:spcBef>
              <a:spcAft>
                <a:spcPct val="0"/>
              </a:spcAft>
              <a:defRPr sz="2400">
                <a:solidFill>
                  <a:srgbClr val="003399"/>
                </a:solidFill>
                <a:latin typeface="Tahoma" panose="020B0604030504040204" pitchFamily="34" charset="0"/>
              </a:defRPr>
            </a:lvl7pPr>
            <a:lvl8pPr marL="3429000" indent="-228600" eaLnBrk="0" fontAlgn="base" hangingPunct="0">
              <a:spcBef>
                <a:spcPct val="20000"/>
              </a:spcBef>
              <a:spcAft>
                <a:spcPct val="0"/>
              </a:spcAft>
              <a:defRPr sz="2400">
                <a:solidFill>
                  <a:srgbClr val="003399"/>
                </a:solidFill>
                <a:latin typeface="Tahoma" panose="020B0604030504040204" pitchFamily="34" charset="0"/>
              </a:defRPr>
            </a:lvl8pPr>
            <a:lvl9pPr marL="3886200" indent="-228600" eaLnBrk="0" fontAlgn="base" hangingPunct="0">
              <a:spcBef>
                <a:spcPct val="20000"/>
              </a:spcBef>
              <a:spcAft>
                <a:spcPct val="0"/>
              </a:spcAft>
              <a:defRPr sz="2400">
                <a:solidFill>
                  <a:srgbClr val="003399"/>
                </a:solidFill>
                <a:latin typeface="Tahoma" panose="020B0604030504040204" pitchFamily="34" charset="0"/>
              </a:defRPr>
            </a:lvl9pPr>
          </a:lstStyle>
          <a:p>
            <a:pPr eaLnBrk="1" hangingPunct="1"/>
            <a:endParaRPr lang="en-US" altLang="en-US"/>
          </a:p>
        </p:txBody>
      </p:sp>
      <p:sp>
        <p:nvSpPr>
          <p:cNvPr id="10244" name="Rectangle 2">
            <a:extLst>
              <a:ext uri="{FF2B5EF4-FFF2-40B4-BE49-F238E27FC236}">
                <a16:creationId xmlns:a16="http://schemas.microsoft.com/office/drawing/2014/main" id="{0A8C6F6E-21CB-449D-A507-D073F4A46597}"/>
              </a:ext>
            </a:extLst>
          </p:cNvPr>
          <p:cNvSpPr>
            <a:spLocks noGrp="1" noChangeArrowheads="1"/>
          </p:cNvSpPr>
          <p:nvPr>
            <p:ph type="title"/>
          </p:nvPr>
        </p:nvSpPr>
        <p:spPr>
          <a:xfrm>
            <a:off x="533400" y="152400"/>
            <a:ext cx="8153400" cy="609600"/>
          </a:xfrm>
        </p:spPr>
        <p:txBody>
          <a:bodyPr>
            <a:normAutofit fontScale="90000"/>
          </a:bodyPr>
          <a:lstStyle/>
          <a:p>
            <a:pPr eaLnBrk="1" hangingPunct="1">
              <a:defRPr/>
            </a:pPr>
            <a:r>
              <a:rPr lang="en-GB" dirty="0">
                <a:solidFill>
                  <a:srgbClr val="FF0000"/>
                </a:solidFill>
              </a:rPr>
              <a:t>Object-Oriented Middleware (OOM)</a:t>
            </a:r>
          </a:p>
        </p:txBody>
      </p:sp>
      <p:sp>
        <p:nvSpPr>
          <p:cNvPr id="20485" name="Rectangle 3">
            <a:extLst>
              <a:ext uri="{FF2B5EF4-FFF2-40B4-BE49-F238E27FC236}">
                <a16:creationId xmlns:a16="http://schemas.microsoft.com/office/drawing/2014/main" id="{23DD3D94-3B75-4A12-BB86-6B2EDD918D27}"/>
              </a:ext>
            </a:extLst>
          </p:cNvPr>
          <p:cNvSpPr>
            <a:spLocks noGrp="1" noChangeArrowheads="1"/>
          </p:cNvSpPr>
          <p:nvPr>
            <p:ph type="body" idx="1"/>
          </p:nvPr>
        </p:nvSpPr>
        <p:spPr>
          <a:xfrm>
            <a:off x="685799" y="927100"/>
            <a:ext cx="8219661" cy="2286000"/>
          </a:xfrm>
        </p:spPr>
        <p:txBody>
          <a:bodyPr>
            <a:normAutofit fontScale="92500" lnSpcReduction="10000"/>
          </a:bodyPr>
          <a:lstStyle/>
          <a:p>
            <a:pPr eaLnBrk="1" hangingPunct="1"/>
            <a:r>
              <a:rPr lang="en-GB" altLang="en-US" b="1" dirty="0"/>
              <a:t>Objects</a:t>
            </a:r>
            <a:r>
              <a:rPr lang="en-GB" altLang="en-US" dirty="0"/>
              <a:t> can be </a:t>
            </a:r>
            <a:r>
              <a:rPr lang="en-GB" altLang="en-US" i="1" dirty="0"/>
              <a:t>local</a:t>
            </a:r>
            <a:r>
              <a:rPr lang="en-GB" altLang="en-US" dirty="0"/>
              <a:t> or </a:t>
            </a:r>
            <a:r>
              <a:rPr lang="en-GB" altLang="en-US" i="1" dirty="0"/>
              <a:t>remote</a:t>
            </a:r>
            <a:endParaRPr lang="en-GB" altLang="en-US" b="1" dirty="0"/>
          </a:p>
          <a:p>
            <a:pPr eaLnBrk="1" hangingPunct="1"/>
            <a:r>
              <a:rPr lang="en-GB" altLang="en-US" b="1" dirty="0"/>
              <a:t>Object references</a:t>
            </a:r>
            <a:r>
              <a:rPr lang="en-GB" altLang="en-US" dirty="0"/>
              <a:t> can be </a:t>
            </a:r>
            <a:r>
              <a:rPr lang="en-GB" altLang="en-US" i="1" dirty="0"/>
              <a:t>local</a:t>
            </a:r>
            <a:r>
              <a:rPr lang="en-GB" altLang="en-US" dirty="0"/>
              <a:t> or </a:t>
            </a:r>
            <a:r>
              <a:rPr lang="en-GB" altLang="en-US" i="1" dirty="0"/>
              <a:t>remote</a:t>
            </a:r>
          </a:p>
          <a:p>
            <a:pPr eaLnBrk="1" hangingPunct="1"/>
            <a:r>
              <a:rPr lang="en-GB" altLang="en-US" dirty="0"/>
              <a:t>Remote objects have visible </a:t>
            </a:r>
            <a:r>
              <a:rPr lang="en-GB" altLang="en-US" b="1" dirty="0"/>
              <a:t>remote interfaces</a:t>
            </a:r>
          </a:p>
          <a:p>
            <a:pPr eaLnBrk="1" hangingPunct="1"/>
            <a:r>
              <a:rPr lang="en-GB" altLang="en-US" dirty="0"/>
              <a:t>Masks remote objects as being local using </a:t>
            </a:r>
            <a:r>
              <a:rPr lang="en-GB" altLang="en-US" b="1" dirty="0"/>
              <a:t>proxy objects</a:t>
            </a:r>
          </a:p>
          <a:p>
            <a:pPr eaLnBrk="1" hangingPunct="1"/>
            <a:r>
              <a:rPr lang="en-GB" altLang="en-US" b="1" dirty="0"/>
              <a:t>Remote method invocation</a:t>
            </a:r>
          </a:p>
        </p:txBody>
      </p:sp>
      <p:sp>
        <p:nvSpPr>
          <p:cNvPr id="20486" name="Rectangle 4">
            <a:extLst>
              <a:ext uri="{FF2B5EF4-FFF2-40B4-BE49-F238E27FC236}">
                <a16:creationId xmlns:a16="http://schemas.microsoft.com/office/drawing/2014/main" id="{C5B121EE-B48A-47C7-9509-C4CA1B41C763}"/>
              </a:ext>
            </a:extLst>
          </p:cNvPr>
          <p:cNvSpPr>
            <a:spLocks noChangeArrowheads="1"/>
          </p:cNvSpPr>
          <p:nvPr/>
        </p:nvSpPr>
        <p:spPr bwMode="auto">
          <a:xfrm>
            <a:off x="1319213" y="3629025"/>
            <a:ext cx="1143000" cy="2895600"/>
          </a:xfrm>
          <a:prstGeom prst="rect">
            <a:avLst/>
          </a:prstGeom>
          <a:solidFill>
            <a:srgbClr val="CCECFF"/>
          </a:solidFill>
          <a:ln w="9525">
            <a:solidFill>
              <a:schemeClr val="tx1"/>
            </a:solidFill>
            <a:miter lim="800000"/>
            <a:headEnd/>
            <a:tailEnd/>
          </a:ln>
        </p:spPr>
        <p:txBody>
          <a:bodyPr wrap="none" anchor="ctr"/>
          <a:lstStyle>
            <a:lvl1pPr eaLnBrk="0" hangingPunct="0">
              <a:defRPr sz="2400">
                <a:solidFill>
                  <a:srgbClr val="003399"/>
                </a:solidFill>
                <a:latin typeface="Tahoma" panose="020B0604030504040204" pitchFamily="34" charset="0"/>
              </a:defRPr>
            </a:lvl1pPr>
            <a:lvl2pPr marL="742950" indent="-285750" eaLnBrk="0" hangingPunct="0">
              <a:defRPr sz="2400">
                <a:solidFill>
                  <a:srgbClr val="003399"/>
                </a:solidFill>
                <a:latin typeface="Tahoma" panose="020B0604030504040204" pitchFamily="34" charset="0"/>
              </a:defRPr>
            </a:lvl2pPr>
            <a:lvl3pPr marL="1143000" indent="-228600" eaLnBrk="0" hangingPunct="0">
              <a:defRPr sz="2400">
                <a:solidFill>
                  <a:srgbClr val="003399"/>
                </a:solidFill>
                <a:latin typeface="Tahoma" panose="020B0604030504040204" pitchFamily="34" charset="0"/>
              </a:defRPr>
            </a:lvl3pPr>
            <a:lvl4pPr marL="1600200" indent="-228600" eaLnBrk="0" hangingPunct="0">
              <a:defRPr sz="2400">
                <a:solidFill>
                  <a:srgbClr val="003399"/>
                </a:solidFill>
                <a:latin typeface="Tahoma" panose="020B0604030504040204" pitchFamily="34" charset="0"/>
              </a:defRPr>
            </a:lvl4pPr>
            <a:lvl5pPr marL="2057400" indent="-228600" eaLnBrk="0" hangingPunct="0">
              <a:defRPr sz="2400">
                <a:solidFill>
                  <a:srgbClr val="003399"/>
                </a:solidFill>
                <a:latin typeface="Tahoma" panose="020B0604030504040204" pitchFamily="34" charset="0"/>
              </a:defRPr>
            </a:lvl5pPr>
            <a:lvl6pPr marL="2514600" indent="-228600" eaLnBrk="0" fontAlgn="base" hangingPunct="0">
              <a:spcBef>
                <a:spcPct val="20000"/>
              </a:spcBef>
              <a:spcAft>
                <a:spcPct val="0"/>
              </a:spcAft>
              <a:defRPr sz="2400">
                <a:solidFill>
                  <a:srgbClr val="003399"/>
                </a:solidFill>
                <a:latin typeface="Tahoma" panose="020B0604030504040204" pitchFamily="34" charset="0"/>
              </a:defRPr>
            </a:lvl6pPr>
            <a:lvl7pPr marL="2971800" indent="-228600" eaLnBrk="0" fontAlgn="base" hangingPunct="0">
              <a:spcBef>
                <a:spcPct val="20000"/>
              </a:spcBef>
              <a:spcAft>
                <a:spcPct val="0"/>
              </a:spcAft>
              <a:defRPr sz="2400">
                <a:solidFill>
                  <a:srgbClr val="003399"/>
                </a:solidFill>
                <a:latin typeface="Tahoma" panose="020B0604030504040204" pitchFamily="34" charset="0"/>
              </a:defRPr>
            </a:lvl7pPr>
            <a:lvl8pPr marL="3429000" indent="-228600" eaLnBrk="0" fontAlgn="base" hangingPunct="0">
              <a:spcBef>
                <a:spcPct val="20000"/>
              </a:spcBef>
              <a:spcAft>
                <a:spcPct val="0"/>
              </a:spcAft>
              <a:defRPr sz="2400">
                <a:solidFill>
                  <a:srgbClr val="003399"/>
                </a:solidFill>
                <a:latin typeface="Tahoma" panose="020B0604030504040204" pitchFamily="34" charset="0"/>
              </a:defRPr>
            </a:lvl8pPr>
            <a:lvl9pPr marL="3886200" indent="-228600" eaLnBrk="0" fontAlgn="base" hangingPunct="0">
              <a:spcBef>
                <a:spcPct val="20000"/>
              </a:spcBef>
              <a:spcAft>
                <a:spcPct val="0"/>
              </a:spcAft>
              <a:defRPr sz="2400">
                <a:solidFill>
                  <a:srgbClr val="003399"/>
                </a:solidFill>
                <a:latin typeface="Tahoma" panose="020B0604030504040204" pitchFamily="34" charset="0"/>
              </a:defRPr>
            </a:lvl9pPr>
          </a:lstStyle>
          <a:p>
            <a:pPr eaLnBrk="1" hangingPunct="1"/>
            <a:endParaRPr lang="en-US" altLang="en-US"/>
          </a:p>
        </p:txBody>
      </p:sp>
      <p:sp>
        <p:nvSpPr>
          <p:cNvPr id="20487" name="Rectangle 5">
            <a:extLst>
              <a:ext uri="{FF2B5EF4-FFF2-40B4-BE49-F238E27FC236}">
                <a16:creationId xmlns:a16="http://schemas.microsoft.com/office/drawing/2014/main" id="{40EE9FC3-4B73-4F5B-A20A-95C3F1A97FA8}"/>
              </a:ext>
            </a:extLst>
          </p:cNvPr>
          <p:cNvSpPr>
            <a:spLocks noChangeArrowheads="1"/>
          </p:cNvSpPr>
          <p:nvPr/>
        </p:nvSpPr>
        <p:spPr bwMode="auto">
          <a:xfrm>
            <a:off x="3024188" y="3629025"/>
            <a:ext cx="1014412" cy="2895600"/>
          </a:xfrm>
          <a:prstGeom prst="rect">
            <a:avLst/>
          </a:prstGeom>
          <a:solidFill>
            <a:srgbClr val="CCECFF"/>
          </a:solidFill>
          <a:ln w="9525">
            <a:solidFill>
              <a:schemeClr val="tx1"/>
            </a:solidFill>
            <a:miter lim="800000"/>
            <a:headEnd/>
            <a:tailEnd/>
          </a:ln>
        </p:spPr>
        <p:txBody>
          <a:bodyPr wrap="none" anchor="ctr"/>
          <a:lstStyle>
            <a:lvl1pPr eaLnBrk="0" hangingPunct="0">
              <a:defRPr sz="2400">
                <a:solidFill>
                  <a:srgbClr val="003399"/>
                </a:solidFill>
                <a:latin typeface="Tahoma" panose="020B0604030504040204" pitchFamily="34" charset="0"/>
              </a:defRPr>
            </a:lvl1pPr>
            <a:lvl2pPr marL="742950" indent="-285750" eaLnBrk="0" hangingPunct="0">
              <a:defRPr sz="2400">
                <a:solidFill>
                  <a:srgbClr val="003399"/>
                </a:solidFill>
                <a:latin typeface="Tahoma" panose="020B0604030504040204" pitchFamily="34" charset="0"/>
              </a:defRPr>
            </a:lvl2pPr>
            <a:lvl3pPr marL="1143000" indent="-228600" eaLnBrk="0" hangingPunct="0">
              <a:defRPr sz="2400">
                <a:solidFill>
                  <a:srgbClr val="003399"/>
                </a:solidFill>
                <a:latin typeface="Tahoma" panose="020B0604030504040204" pitchFamily="34" charset="0"/>
              </a:defRPr>
            </a:lvl3pPr>
            <a:lvl4pPr marL="1600200" indent="-228600" eaLnBrk="0" hangingPunct="0">
              <a:defRPr sz="2400">
                <a:solidFill>
                  <a:srgbClr val="003399"/>
                </a:solidFill>
                <a:latin typeface="Tahoma" panose="020B0604030504040204" pitchFamily="34" charset="0"/>
              </a:defRPr>
            </a:lvl4pPr>
            <a:lvl5pPr marL="2057400" indent="-228600" eaLnBrk="0" hangingPunct="0">
              <a:defRPr sz="2400">
                <a:solidFill>
                  <a:srgbClr val="003399"/>
                </a:solidFill>
                <a:latin typeface="Tahoma" panose="020B0604030504040204" pitchFamily="34" charset="0"/>
              </a:defRPr>
            </a:lvl5pPr>
            <a:lvl6pPr marL="2514600" indent="-228600" eaLnBrk="0" fontAlgn="base" hangingPunct="0">
              <a:spcBef>
                <a:spcPct val="20000"/>
              </a:spcBef>
              <a:spcAft>
                <a:spcPct val="0"/>
              </a:spcAft>
              <a:defRPr sz="2400">
                <a:solidFill>
                  <a:srgbClr val="003399"/>
                </a:solidFill>
                <a:latin typeface="Tahoma" panose="020B0604030504040204" pitchFamily="34" charset="0"/>
              </a:defRPr>
            </a:lvl6pPr>
            <a:lvl7pPr marL="2971800" indent="-228600" eaLnBrk="0" fontAlgn="base" hangingPunct="0">
              <a:spcBef>
                <a:spcPct val="20000"/>
              </a:spcBef>
              <a:spcAft>
                <a:spcPct val="0"/>
              </a:spcAft>
              <a:defRPr sz="2400">
                <a:solidFill>
                  <a:srgbClr val="003399"/>
                </a:solidFill>
                <a:latin typeface="Tahoma" panose="020B0604030504040204" pitchFamily="34" charset="0"/>
              </a:defRPr>
            </a:lvl7pPr>
            <a:lvl8pPr marL="3429000" indent="-228600" eaLnBrk="0" fontAlgn="base" hangingPunct="0">
              <a:spcBef>
                <a:spcPct val="20000"/>
              </a:spcBef>
              <a:spcAft>
                <a:spcPct val="0"/>
              </a:spcAft>
              <a:defRPr sz="2400">
                <a:solidFill>
                  <a:srgbClr val="003399"/>
                </a:solidFill>
                <a:latin typeface="Tahoma" panose="020B0604030504040204" pitchFamily="34" charset="0"/>
              </a:defRPr>
            </a:lvl8pPr>
            <a:lvl9pPr marL="3886200" indent="-228600" eaLnBrk="0" fontAlgn="base" hangingPunct="0">
              <a:spcBef>
                <a:spcPct val="20000"/>
              </a:spcBef>
              <a:spcAft>
                <a:spcPct val="0"/>
              </a:spcAft>
              <a:defRPr sz="2400">
                <a:solidFill>
                  <a:srgbClr val="003399"/>
                </a:solidFill>
                <a:latin typeface="Tahoma" panose="020B0604030504040204" pitchFamily="34" charset="0"/>
              </a:defRPr>
            </a:lvl9pPr>
          </a:lstStyle>
          <a:p>
            <a:pPr eaLnBrk="1" hangingPunct="1"/>
            <a:endParaRPr lang="en-US" altLang="en-US"/>
          </a:p>
        </p:txBody>
      </p:sp>
      <p:sp>
        <p:nvSpPr>
          <p:cNvPr id="20488" name="Rectangle 6">
            <a:extLst>
              <a:ext uri="{FF2B5EF4-FFF2-40B4-BE49-F238E27FC236}">
                <a16:creationId xmlns:a16="http://schemas.microsoft.com/office/drawing/2014/main" id="{CDAD53FF-C20F-41D7-BE3C-062EA64FF50A}"/>
              </a:ext>
            </a:extLst>
          </p:cNvPr>
          <p:cNvSpPr>
            <a:spLocks noChangeArrowheads="1"/>
          </p:cNvSpPr>
          <p:nvPr/>
        </p:nvSpPr>
        <p:spPr bwMode="auto">
          <a:xfrm>
            <a:off x="6611938" y="3629025"/>
            <a:ext cx="1143000" cy="2895600"/>
          </a:xfrm>
          <a:prstGeom prst="rect">
            <a:avLst/>
          </a:prstGeom>
          <a:solidFill>
            <a:srgbClr val="CCECFF"/>
          </a:solidFill>
          <a:ln w="9525">
            <a:solidFill>
              <a:schemeClr val="tx1"/>
            </a:solidFill>
            <a:miter lim="800000"/>
            <a:headEnd/>
            <a:tailEnd/>
          </a:ln>
        </p:spPr>
        <p:txBody>
          <a:bodyPr wrap="none" anchor="ctr"/>
          <a:lstStyle>
            <a:lvl1pPr eaLnBrk="0" hangingPunct="0">
              <a:defRPr sz="2400">
                <a:solidFill>
                  <a:srgbClr val="003399"/>
                </a:solidFill>
                <a:latin typeface="Tahoma" panose="020B0604030504040204" pitchFamily="34" charset="0"/>
              </a:defRPr>
            </a:lvl1pPr>
            <a:lvl2pPr marL="742950" indent="-285750" eaLnBrk="0" hangingPunct="0">
              <a:defRPr sz="2400">
                <a:solidFill>
                  <a:srgbClr val="003399"/>
                </a:solidFill>
                <a:latin typeface="Tahoma" panose="020B0604030504040204" pitchFamily="34" charset="0"/>
              </a:defRPr>
            </a:lvl2pPr>
            <a:lvl3pPr marL="1143000" indent="-228600" eaLnBrk="0" hangingPunct="0">
              <a:defRPr sz="2400">
                <a:solidFill>
                  <a:srgbClr val="003399"/>
                </a:solidFill>
                <a:latin typeface="Tahoma" panose="020B0604030504040204" pitchFamily="34" charset="0"/>
              </a:defRPr>
            </a:lvl3pPr>
            <a:lvl4pPr marL="1600200" indent="-228600" eaLnBrk="0" hangingPunct="0">
              <a:defRPr sz="2400">
                <a:solidFill>
                  <a:srgbClr val="003399"/>
                </a:solidFill>
                <a:latin typeface="Tahoma" panose="020B0604030504040204" pitchFamily="34" charset="0"/>
              </a:defRPr>
            </a:lvl4pPr>
            <a:lvl5pPr marL="2057400" indent="-228600" eaLnBrk="0" hangingPunct="0">
              <a:defRPr sz="2400">
                <a:solidFill>
                  <a:srgbClr val="003399"/>
                </a:solidFill>
                <a:latin typeface="Tahoma" panose="020B0604030504040204" pitchFamily="34" charset="0"/>
              </a:defRPr>
            </a:lvl5pPr>
            <a:lvl6pPr marL="2514600" indent="-228600" eaLnBrk="0" fontAlgn="base" hangingPunct="0">
              <a:spcBef>
                <a:spcPct val="20000"/>
              </a:spcBef>
              <a:spcAft>
                <a:spcPct val="0"/>
              </a:spcAft>
              <a:defRPr sz="2400">
                <a:solidFill>
                  <a:srgbClr val="003399"/>
                </a:solidFill>
                <a:latin typeface="Tahoma" panose="020B0604030504040204" pitchFamily="34" charset="0"/>
              </a:defRPr>
            </a:lvl6pPr>
            <a:lvl7pPr marL="2971800" indent="-228600" eaLnBrk="0" fontAlgn="base" hangingPunct="0">
              <a:spcBef>
                <a:spcPct val="20000"/>
              </a:spcBef>
              <a:spcAft>
                <a:spcPct val="0"/>
              </a:spcAft>
              <a:defRPr sz="2400">
                <a:solidFill>
                  <a:srgbClr val="003399"/>
                </a:solidFill>
                <a:latin typeface="Tahoma" panose="020B0604030504040204" pitchFamily="34" charset="0"/>
              </a:defRPr>
            </a:lvl7pPr>
            <a:lvl8pPr marL="3429000" indent="-228600" eaLnBrk="0" fontAlgn="base" hangingPunct="0">
              <a:spcBef>
                <a:spcPct val="20000"/>
              </a:spcBef>
              <a:spcAft>
                <a:spcPct val="0"/>
              </a:spcAft>
              <a:defRPr sz="2400">
                <a:solidFill>
                  <a:srgbClr val="003399"/>
                </a:solidFill>
                <a:latin typeface="Tahoma" panose="020B0604030504040204" pitchFamily="34" charset="0"/>
              </a:defRPr>
            </a:lvl8pPr>
            <a:lvl9pPr marL="3886200" indent="-228600" eaLnBrk="0" fontAlgn="base" hangingPunct="0">
              <a:spcBef>
                <a:spcPct val="20000"/>
              </a:spcBef>
              <a:spcAft>
                <a:spcPct val="0"/>
              </a:spcAft>
              <a:defRPr sz="2400">
                <a:solidFill>
                  <a:srgbClr val="003399"/>
                </a:solidFill>
                <a:latin typeface="Tahoma" panose="020B0604030504040204" pitchFamily="34" charset="0"/>
              </a:defRPr>
            </a:lvl9pPr>
          </a:lstStyle>
          <a:p>
            <a:pPr eaLnBrk="1" hangingPunct="1"/>
            <a:endParaRPr lang="en-US" altLang="en-US"/>
          </a:p>
        </p:txBody>
      </p:sp>
      <p:sp>
        <p:nvSpPr>
          <p:cNvPr id="20489" name="Oval 8">
            <a:extLst>
              <a:ext uri="{FF2B5EF4-FFF2-40B4-BE49-F238E27FC236}">
                <a16:creationId xmlns:a16="http://schemas.microsoft.com/office/drawing/2014/main" id="{826E580D-DA7A-418D-AB2C-46379E8831A5}"/>
              </a:ext>
            </a:extLst>
          </p:cNvPr>
          <p:cNvSpPr>
            <a:spLocks noChangeArrowheads="1"/>
          </p:cNvSpPr>
          <p:nvPr/>
        </p:nvSpPr>
        <p:spPr bwMode="auto">
          <a:xfrm>
            <a:off x="1458913" y="3933825"/>
            <a:ext cx="774700" cy="457200"/>
          </a:xfrm>
          <a:prstGeom prst="ellipse">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rgbClr val="003399"/>
                </a:solidFill>
                <a:latin typeface="Tahoma" panose="020B0604030504040204" pitchFamily="34" charset="0"/>
              </a:defRPr>
            </a:lvl1pPr>
            <a:lvl2pPr marL="742950" indent="-285750" eaLnBrk="0" hangingPunct="0">
              <a:defRPr sz="2400">
                <a:solidFill>
                  <a:srgbClr val="003399"/>
                </a:solidFill>
                <a:latin typeface="Tahoma" panose="020B0604030504040204" pitchFamily="34" charset="0"/>
              </a:defRPr>
            </a:lvl2pPr>
            <a:lvl3pPr marL="1143000" indent="-228600" eaLnBrk="0" hangingPunct="0">
              <a:defRPr sz="2400">
                <a:solidFill>
                  <a:srgbClr val="003399"/>
                </a:solidFill>
                <a:latin typeface="Tahoma" panose="020B0604030504040204" pitchFamily="34" charset="0"/>
              </a:defRPr>
            </a:lvl3pPr>
            <a:lvl4pPr marL="1600200" indent="-228600" eaLnBrk="0" hangingPunct="0">
              <a:defRPr sz="2400">
                <a:solidFill>
                  <a:srgbClr val="003399"/>
                </a:solidFill>
                <a:latin typeface="Tahoma" panose="020B0604030504040204" pitchFamily="34" charset="0"/>
              </a:defRPr>
            </a:lvl4pPr>
            <a:lvl5pPr marL="2057400" indent="-228600" eaLnBrk="0" hangingPunct="0">
              <a:defRPr sz="2400">
                <a:solidFill>
                  <a:srgbClr val="003399"/>
                </a:solidFill>
                <a:latin typeface="Tahoma" panose="020B0604030504040204" pitchFamily="34" charset="0"/>
              </a:defRPr>
            </a:lvl5pPr>
            <a:lvl6pPr marL="2514600" indent="-228600" eaLnBrk="0" fontAlgn="base" hangingPunct="0">
              <a:spcBef>
                <a:spcPct val="20000"/>
              </a:spcBef>
              <a:spcAft>
                <a:spcPct val="0"/>
              </a:spcAft>
              <a:defRPr sz="2400">
                <a:solidFill>
                  <a:srgbClr val="003399"/>
                </a:solidFill>
                <a:latin typeface="Tahoma" panose="020B0604030504040204" pitchFamily="34" charset="0"/>
              </a:defRPr>
            </a:lvl6pPr>
            <a:lvl7pPr marL="2971800" indent="-228600" eaLnBrk="0" fontAlgn="base" hangingPunct="0">
              <a:spcBef>
                <a:spcPct val="20000"/>
              </a:spcBef>
              <a:spcAft>
                <a:spcPct val="0"/>
              </a:spcAft>
              <a:defRPr sz="2400">
                <a:solidFill>
                  <a:srgbClr val="003399"/>
                </a:solidFill>
                <a:latin typeface="Tahoma" panose="020B0604030504040204" pitchFamily="34" charset="0"/>
              </a:defRPr>
            </a:lvl7pPr>
            <a:lvl8pPr marL="3429000" indent="-228600" eaLnBrk="0" fontAlgn="base" hangingPunct="0">
              <a:spcBef>
                <a:spcPct val="20000"/>
              </a:spcBef>
              <a:spcAft>
                <a:spcPct val="0"/>
              </a:spcAft>
              <a:defRPr sz="2400">
                <a:solidFill>
                  <a:srgbClr val="003399"/>
                </a:solidFill>
                <a:latin typeface="Tahoma" panose="020B0604030504040204" pitchFamily="34" charset="0"/>
              </a:defRPr>
            </a:lvl8pPr>
            <a:lvl9pPr marL="3886200" indent="-228600" eaLnBrk="0" fontAlgn="base" hangingPunct="0">
              <a:spcBef>
                <a:spcPct val="20000"/>
              </a:spcBef>
              <a:spcAft>
                <a:spcPct val="0"/>
              </a:spcAft>
              <a:defRPr sz="2400">
                <a:solidFill>
                  <a:srgbClr val="003399"/>
                </a:solidFill>
                <a:latin typeface="Tahoma" panose="020B0604030504040204" pitchFamily="34" charset="0"/>
              </a:defRPr>
            </a:lvl9pPr>
          </a:lstStyle>
          <a:p>
            <a:pPr eaLnBrk="1" hangingPunct="1"/>
            <a:endParaRPr lang="en-US" altLang="en-US"/>
          </a:p>
        </p:txBody>
      </p:sp>
      <p:sp>
        <p:nvSpPr>
          <p:cNvPr id="20490" name="Text Box 9">
            <a:extLst>
              <a:ext uri="{FF2B5EF4-FFF2-40B4-BE49-F238E27FC236}">
                <a16:creationId xmlns:a16="http://schemas.microsoft.com/office/drawing/2014/main" id="{413DB3D1-274D-4FD3-9EDB-1207ED221570}"/>
              </a:ext>
            </a:extLst>
          </p:cNvPr>
          <p:cNvSpPr txBox="1">
            <a:spLocks noChangeArrowheads="1"/>
          </p:cNvSpPr>
          <p:nvPr/>
        </p:nvSpPr>
        <p:spPr bwMode="auto">
          <a:xfrm>
            <a:off x="1389063" y="4329113"/>
            <a:ext cx="10096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sz="2400">
                <a:solidFill>
                  <a:srgbClr val="003399"/>
                </a:solidFill>
                <a:latin typeface="Tahoma" panose="020B0604030504040204" pitchFamily="34" charset="0"/>
              </a:defRPr>
            </a:lvl1pPr>
            <a:lvl2pPr marL="742950" indent="-285750" eaLnBrk="0" hangingPunct="0">
              <a:defRPr sz="2400">
                <a:solidFill>
                  <a:srgbClr val="003399"/>
                </a:solidFill>
                <a:latin typeface="Tahoma" panose="020B0604030504040204" pitchFamily="34" charset="0"/>
              </a:defRPr>
            </a:lvl2pPr>
            <a:lvl3pPr marL="1143000" indent="-228600" eaLnBrk="0" hangingPunct="0">
              <a:defRPr sz="2400">
                <a:solidFill>
                  <a:srgbClr val="003399"/>
                </a:solidFill>
                <a:latin typeface="Tahoma" panose="020B0604030504040204" pitchFamily="34" charset="0"/>
              </a:defRPr>
            </a:lvl3pPr>
            <a:lvl4pPr marL="1600200" indent="-228600" eaLnBrk="0" hangingPunct="0">
              <a:defRPr sz="2400">
                <a:solidFill>
                  <a:srgbClr val="003399"/>
                </a:solidFill>
                <a:latin typeface="Tahoma" panose="020B0604030504040204" pitchFamily="34" charset="0"/>
              </a:defRPr>
            </a:lvl4pPr>
            <a:lvl5pPr marL="2057400" indent="-228600" eaLnBrk="0" hangingPunct="0">
              <a:defRPr sz="2400">
                <a:solidFill>
                  <a:srgbClr val="003399"/>
                </a:solidFill>
                <a:latin typeface="Tahoma" panose="020B0604030504040204" pitchFamily="34" charset="0"/>
              </a:defRPr>
            </a:lvl5pPr>
            <a:lvl6pPr marL="2514600" indent="-228600" eaLnBrk="0" fontAlgn="base" hangingPunct="0">
              <a:spcBef>
                <a:spcPct val="20000"/>
              </a:spcBef>
              <a:spcAft>
                <a:spcPct val="0"/>
              </a:spcAft>
              <a:defRPr sz="2400">
                <a:solidFill>
                  <a:srgbClr val="003399"/>
                </a:solidFill>
                <a:latin typeface="Tahoma" panose="020B0604030504040204" pitchFamily="34" charset="0"/>
              </a:defRPr>
            </a:lvl6pPr>
            <a:lvl7pPr marL="2971800" indent="-228600" eaLnBrk="0" fontAlgn="base" hangingPunct="0">
              <a:spcBef>
                <a:spcPct val="20000"/>
              </a:spcBef>
              <a:spcAft>
                <a:spcPct val="0"/>
              </a:spcAft>
              <a:defRPr sz="2400">
                <a:solidFill>
                  <a:srgbClr val="003399"/>
                </a:solidFill>
                <a:latin typeface="Tahoma" panose="020B0604030504040204" pitchFamily="34" charset="0"/>
              </a:defRPr>
            </a:lvl7pPr>
            <a:lvl8pPr marL="3429000" indent="-228600" eaLnBrk="0" fontAlgn="base" hangingPunct="0">
              <a:spcBef>
                <a:spcPct val="20000"/>
              </a:spcBef>
              <a:spcAft>
                <a:spcPct val="0"/>
              </a:spcAft>
              <a:defRPr sz="2400">
                <a:solidFill>
                  <a:srgbClr val="003399"/>
                </a:solidFill>
                <a:latin typeface="Tahoma" panose="020B0604030504040204" pitchFamily="34" charset="0"/>
              </a:defRPr>
            </a:lvl8pPr>
            <a:lvl9pPr marL="3886200" indent="-228600" eaLnBrk="0" fontAlgn="base" hangingPunct="0">
              <a:spcBef>
                <a:spcPct val="20000"/>
              </a:spcBef>
              <a:spcAft>
                <a:spcPct val="0"/>
              </a:spcAft>
              <a:defRPr sz="2400">
                <a:solidFill>
                  <a:srgbClr val="003399"/>
                </a:solidFill>
                <a:latin typeface="Tahoma" panose="020B0604030504040204" pitchFamily="34" charset="0"/>
              </a:defRPr>
            </a:lvl9pPr>
          </a:lstStyle>
          <a:p>
            <a:pPr eaLnBrk="1" hangingPunct="1"/>
            <a:r>
              <a:rPr lang="en-GB" altLang="en-US" sz="1800"/>
              <a:t>object A</a:t>
            </a:r>
          </a:p>
        </p:txBody>
      </p:sp>
      <p:sp>
        <p:nvSpPr>
          <p:cNvPr id="20491" name="Oval 10">
            <a:extLst>
              <a:ext uri="{FF2B5EF4-FFF2-40B4-BE49-F238E27FC236}">
                <a16:creationId xmlns:a16="http://schemas.microsoft.com/office/drawing/2014/main" id="{12606BF9-EFDE-4217-B53D-8EE00B43D06A}"/>
              </a:ext>
            </a:extLst>
          </p:cNvPr>
          <p:cNvSpPr>
            <a:spLocks noChangeArrowheads="1"/>
          </p:cNvSpPr>
          <p:nvPr/>
        </p:nvSpPr>
        <p:spPr bwMode="auto">
          <a:xfrm>
            <a:off x="1458913" y="5305425"/>
            <a:ext cx="774700" cy="457200"/>
          </a:xfrm>
          <a:prstGeom prst="ellipse">
            <a:avLst/>
          </a:prstGeom>
          <a:noFill/>
          <a:ln w="19050">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rgbClr val="003399"/>
                </a:solidFill>
                <a:latin typeface="Tahoma" panose="020B0604030504040204" pitchFamily="34" charset="0"/>
              </a:defRPr>
            </a:lvl1pPr>
            <a:lvl2pPr marL="742950" indent="-285750" eaLnBrk="0" hangingPunct="0">
              <a:defRPr sz="2400">
                <a:solidFill>
                  <a:srgbClr val="003399"/>
                </a:solidFill>
                <a:latin typeface="Tahoma" panose="020B0604030504040204" pitchFamily="34" charset="0"/>
              </a:defRPr>
            </a:lvl2pPr>
            <a:lvl3pPr marL="1143000" indent="-228600" eaLnBrk="0" hangingPunct="0">
              <a:defRPr sz="2400">
                <a:solidFill>
                  <a:srgbClr val="003399"/>
                </a:solidFill>
                <a:latin typeface="Tahoma" panose="020B0604030504040204" pitchFamily="34" charset="0"/>
              </a:defRPr>
            </a:lvl3pPr>
            <a:lvl4pPr marL="1600200" indent="-228600" eaLnBrk="0" hangingPunct="0">
              <a:defRPr sz="2400">
                <a:solidFill>
                  <a:srgbClr val="003399"/>
                </a:solidFill>
                <a:latin typeface="Tahoma" panose="020B0604030504040204" pitchFamily="34" charset="0"/>
              </a:defRPr>
            </a:lvl4pPr>
            <a:lvl5pPr marL="2057400" indent="-228600" eaLnBrk="0" hangingPunct="0">
              <a:defRPr sz="2400">
                <a:solidFill>
                  <a:srgbClr val="003399"/>
                </a:solidFill>
                <a:latin typeface="Tahoma" panose="020B0604030504040204" pitchFamily="34" charset="0"/>
              </a:defRPr>
            </a:lvl5pPr>
            <a:lvl6pPr marL="2514600" indent="-228600" eaLnBrk="0" fontAlgn="base" hangingPunct="0">
              <a:spcBef>
                <a:spcPct val="20000"/>
              </a:spcBef>
              <a:spcAft>
                <a:spcPct val="0"/>
              </a:spcAft>
              <a:defRPr sz="2400">
                <a:solidFill>
                  <a:srgbClr val="003399"/>
                </a:solidFill>
                <a:latin typeface="Tahoma" panose="020B0604030504040204" pitchFamily="34" charset="0"/>
              </a:defRPr>
            </a:lvl6pPr>
            <a:lvl7pPr marL="2971800" indent="-228600" eaLnBrk="0" fontAlgn="base" hangingPunct="0">
              <a:spcBef>
                <a:spcPct val="20000"/>
              </a:spcBef>
              <a:spcAft>
                <a:spcPct val="0"/>
              </a:spcAft>
              <a:defRPr sz="2400">
                <a:solidFill>
                  <a:srgbClr val="003399"/>
                </a:solidFill>
                <a:latin typeface="Tahoma" panose="020B0604030504040204" pitchFamily="34" charset="0"/>
              </a:defRPr>
            </a:lvl7pPr>
            <a:lvl8pPr marL="3429000" indent="-228600" eaLnBrk="0" fontAlgn="base" hangingPunct="0">
              <a:spcBef>
                <a:spcPct val="20000"/>
              </a:spcBef>
              <a:spcAft>
                <a:spcPct val="0"/>
              </a:spcAft>
              <a:defRPr sz="2400">
                <a:solidFill>
                  <a:srgbClr val="003399"/>
                </a:solidFill>
                <a:latin typeface="Tahoma" panose="020B0604030504040204" pitchFamily="34" charset="0"/>
              </a:defRPr>
            </a:lvl8pPr>
            <a:lvl9pPr marL="3886200" indent="-228600" eaLnBrk="0" fontAlgn="base" hangingPunct="0">
              <a:spcBef>
                <a:spcPct val="20000"/>
              </a:spcBef>
              <a:spcAft>
                <a:spcPct val="0"/>
              </a:spcAft>
              <a:defRPr sz="2400">
                <a:solidFill>
                  <a:srgbClr val="003399"/>
                </a:solidFill>
                <a:latin typeface="Tahoma" panose="020B0604030504040204" pitchFamily="34" charset="0"/>
              </a:defRPr>
            </a:lvl9pPr>
          </a:lstStyle>
          <a:p>
            <a:pPr eaLnBrk="1" hangingPunct="1"/>
            <a:endParaRPr lang="en-US" altLang="en-US"/>
          </a:p>
        </p:txBody>
      </p:sp>
      <p:sp>
        <p:nvSpPr>
          <p:cNvPr id="20492" name="Text Box 11">
            <a:extLst>
              <a:ext uri="{FF2B5EF4-FFF2-40B4-BE49-F238E27FC236}">
                <a16:creationId xmlns:a16="http://schemas.microsoft.com/office/drawing/2014/main" id="{58D53C33-5933-4B35-A20C-EFB61EEA7FC2}"/>
              </a:ext>
            </a:extLst>
          </p:cNvPr>
          <p:cNvSpPr txBox="1">
            <a:spLocks noChangeArrowheads="1"/>
          </p:cNvSpPr>
          <p:nvPr/>
        </p:nvSpPr>
        <p:spPr bwMode="auto">
          <a:xfrm>
            <a:off x="1389063" y="5751513"/>
            <a:ext cx="1008062" cy="696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sz="2400">
                <a:solidFill>
                  <a:srgbClr val="003399"/>
                </a:solidFill>
                <a:latin typeface="Tahoma" panose="020B0604030504040204" pitchFamily="34" charset="0"/>
              </a:defRPr>
            </a:lvl1pPr>
            <a:lvl2pPr marL="742950" indent="-285750" eaLnBrk="0" hangingPunct="0">
              <a:defRPr sz="2400">
                <a:solidFill>
                  <a:srgbClr val="003399"/>
                </a:solidFill>
                <a:latin typeface="Tahoma" panose="020B0604030504040204" pitchFamily="34" charset="0"/>
              </a:defRPr>
            </a:lvl2pPr>
            <a:lvl3pPr marL="1143000" indent="-228600" eaLnBrk="0" hangingPunct="0">
              <a:defRPr sz="2400">
                <a:solidFill>
                  <a:srgbClr val="003399"/>
                </a:solidFill>
                <a:latin typeface="Tahoma" panose="020B0604030504040204" pitchFamily="34" charset="0"/>
              </a:defRPr>
            </a:lvl3pPr>
            <a:lvl4pPr marL="1600200" indent="-228600" eaLnBrk="0" hangingPunct="0">
              <a:defRPr sz="2400">
                <a:solidFill>
                  <a:srgbClr val="003399"/>
                </a:solidFill>
                <a:latin typeface="Tahoma" panose="020B0604030504040204" pitchFamily="34" charset="0"/>
              </a:defRPr>
            </a:lvl4pPr>
            <a:lvl5pPr marL="2057400" indent="-228600" eaLnBrk="0" hangingPunct="0">
              <a:defRPr sz="2400">
                <a:solidFill>
                  <a:srgbClr val="003399"/>
                </a:solidFill>
                <a:latin typeface="Tahoma" panose="020B0604030504040204" pitchFamily="34" charset="0"/>
              </a:defRPr>
            </a:lvl5pPr>
            <a:lvl6pPr marL="2514600" indent="-228600" eaLnBrk="0" fontAlgn="base" hangingPunct="0">
              <a:spcBef>
                <a:spcPct val="20000"/>
              </a:spcBef>
              <a:spcAft>
                <a:spcPct val="0"/>
              </a:spcAft>
              <a:defRPr sz="2400">
                <a:solidFill>
                  <a:srgbClr val="003399"/>
                </a:solidFill>
                <a:latin typeface="Tahoma" panose="020B0604030504040204" pitchFamily="34" charset="0"/>
              </a:defRPr>
            </a:lvl6pPr>
            <a:lvl7pPr marL="2971800" indent="-228600" eaLnBrk="0" fontAlgn="base" hangingPunct="0">
              <a:spcBef>
                <a:spcPct val="20000"/>
              </a:spcBef>
              <a:spcAft>
                <a:spcPct val="0"/>
              </a:spcAft>
              <a:defRPr sz="2400">
                <a:solidFill>
                  <a:srgbClr val="003399"/>
                </a:solidFill>
                <a:latin typeface="Tahoma" panose="020B0604030504040204" pitchFamily="34" charset="0"/>
              </a:defRPr>
            </a:lvl7pPr>
            <a:lvl8pPr marL="3429000" indent="-228600" eaLnBrk="0" fontAlgn="base" hangingPunct="0">
              <a:spcBef>
                <a:spcPct val="20000"/>
              </a:spcBef>
              <a:spcAft>
                <a:spcPct val="0"/>
              </a:spcAft>
              <a:defRPr sz="2400">
                <a:solidFill>
                  <a:srgbClr val="003399"/>
                </a:solidFill>
                <a:latin typeface="Tahoma" panose="020B0604030504040204" pitchFamily="34" charset="0"/>
              </a:defRPr>
            </a:lvl8pPr>
            <a:lvl9pPr marL="3886200" indent="-228600" eaLnBrk="0" fontAlgn="base" hangingPunct="0">
              <a:spcBef>
                <a:spcPct val="20000"/>
              </a:spcBef>
              <a:spcAft>
                <a:spcPct val="0"/>
              </a:spcAft>
              <a:defRPr sz="2400">
                <a:solidFill>
                  <a:srgbClr val="003399"/>
                </a:solidFill>
                <a:latin typeface="Tahoma" panose="020B0604030504040204" pitchFamily="34" charset="0"/>
              </a:defRPr>
            </a:lvl9pPr>
          </a:lstStyle>
          <a:p>
            <a:pPr eaLnBrk="1" hangingPunct="1"/>
            <a:r>
              <a:rPr lang="en-GB" altLang="en-US" sz="1800"/>
              <a:t>proxy </a:t>
            </a:r>
          </a:p>
          <a:p>
            <a:pPr eaLnBrk="1" hangingPunct="1"/>
            <a:r>
              <a:rPr lang="en-GB" altLang="en-US" sz="1800"/>
              <a:t>object B</a:t>
            </a:r>
          </a:p>
        </p:txBody>
      </p:sp>
      <p:sp>
        <p:nvSpPr>
          <p:cNvPr id="20493" name="Line 12">
            <a:extLst>
              <a:ext uri="{FF2B5EF4-FFF2-40B4-BE49-F238E27FC236}">
                <a16:creationId xmlns:a16="http://schemas.microsoft.com/office/drawing/2014/main" id="{3AA8F212-11E0-4CDA-A77C-3E6F98E41586}"/>
              </a:ext>
            </a:extLst>
          </p:cNvPr>
          <p:cNvSpPr>
            <a:spLocks noChangeShapeType="1"/>
          </p:cNvSpPr>
          <p:nvPr/>
        </p:nvSpPr>
        <p:spPr bwMode="auto">
          <a:xfrm flipH="1">
            <a:off x="4149725" y="5153025"/>
            <a:ext cx="8382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0494" name="Line 13">
            <a:extLst>
              <a:ext uri="{FF2B5EF4-FFF2-40B4-BE49-F238E27FC236}">
                <a16:creationId xmlns:a16="http://schemas.microsoft.com/office/drawing/2014/main" id="{2D84C2C0-6BC3-4D58-AB72-6A922410F707}"/>
              </a:ext>
            </a:extLst>
          </p:cNvPr>
          <p:cNvSpPr>
            <a:spLocks noChangeShapeType="1"/>
          </p:cNvSpPr>
          <p:nvPr/>
        </p:nvSpPr>
        <p:spPr bwMode="auto">
          <a:xfrm flipV="1">
            <a:off x="4156075" y="4924425"/>
            <a:ext cx="8382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0495" name="Text Box 14">
            <a:extLst>
              <a:ext uri="{FF2B5EF4-FFF2-40B4-BE49-F238E27FC236}">
                <a16:creationId xmlns:a16="http://schemas.microsoft.com/office/drawing/2014/main" id="{FCED8565-1548-4212-9B7A-0158C461384E}"/>
              </a:ext>
            </a:extLst>
          </p:cNvPr>
          <p:cNvSpPr txBox="1">
            <a:spLocks noChangeArrowheads="1"/>
          </p:cNvSpPr>
          <p:nvPr/>
        </p:nvSpPr>
        <p:spPr bwMode="auto">
          <a:xfrm>
            <a:off x="3165475" y="3552825"/>
            <a:ext cx="7381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rgbClr val="003399"/>
                </a:solidFill>
                <a:latin typeface="Tahoma" panose="020B0604030504040204" pitchFamily="34" charset="0"/>
              </a:defRPr>
            </a:lvl1pPr>
            <a:lvl2pPr marL="742950" indent="-285750" eaLnBrk="0" hangingPunct="0">
              <a:defRPr sz="2400">
                <a:solidFill>
                  <a:srgbClr val="003399"/>
                </a:solidFill>
                <a:latin typeface="Tahoma" panose="020B0604030504040204" pitchFamily="34" charset="0"/>
              </a:defRPr>
            </a:lvl2pPr>
            <a:lvl3pPr marL="1143000" indent="-228600" eaLnBrk="0" hangingPunct="0">
              <a:defRPr sz="2400">
                <a:solidFill>
                  <a:srgbClr val="003399"/>
                </a:solidFill>
                <a:latin typeface="Tahoma" panose="020B0604030504040204" pitchFamily="34" charset="0"/>
              </a:defRPr>
            </a:lvl3pPr>
            <a:lvl4pPr marL="1600200" indent="-228600" eaLnBrk="0" hangingPunct="0">
              <a:defRPr sz="2400">
                <a:solidFill>
                  <a:srgbClr val="003399"/>
                </a:solidFill>
                <a:latin typeface="Tahoma" panose="020B0604030504040204" pitchFamily="34" charset="0"/>
              </a:defRPr>
            </a:lvl4pPr>
            <a:lvl5pPr marL="2057400" indent="-228600" eaLnBrk="0" hangingPunct="0">
              <a:defRPr sz="2400">
                <a:solidFill>
                  <a:srgbClr val="003399"/>
                </a:solidFill>
                <a:latin typeface="Tahoma" panose="020B0604030504040204" pitchFamily="34" charset="0"/>
              </a:defRPr>
            </a:lvl5pPr>
            <a:lvl6pPr marL="2514600" indent="-228600" eaLnBrk="0" fontAlgn="base" hangingPunct="0">
              <a:spcBef>
                <a:spcPct val="20000"/>
              </a:spcBef>
              <a:spcAft>
                <a:spcPct val="0"/>
              </a:spcAft>
              <a:defRPr sz="2400">
                <a:solidFill>
                  <a:srgbClr val="003399"/>
                </a:solidFill>
                <a:latin typeface="Tahoma" panose="020B0604030504040204" pitchFamily="34" charset="0"/>
              </a:defRPr>
            </a:lvl6pPr>
            <a:lvl7pPr marL="2971800" indent="-228600" eaLnBrk="0" fontAlgn="base" hangingPunct="0">
              <a:spcBef>
                <a:spcPct val="20000"/>
              </a:spcBef>
              <a:spcAft>
                <a:spcPct val="0"/>
              </a:spcAft>
              <a:defRPr sz="2400">
                <a:solidFill>
                  <a:srgbClr val="003399"/>
                </a:solidFill>
                <a:latin typeface="Tahoma" panose="020B0604030504040204" pitchFamily="34" charset="0"/>
              </a:defRPr>
            </a:lvl7pPr>
            <a:lvl8pPr marL="3429000" indent="-228600" eaLnBrk="0" fontAlgn="base" hangingPunct="0">
              <a:spcBef>
                <a:spcPct val="20000"/>
              </a:spcBef>
              <a:spcAft>
                <a:spcPct val="0"/>
              </a:spcAft>
              <a:defRPr sz="2400">
                <a:solidFill>
                  <a:srgbClr val="003399"/>
                </a:solidFill>
                <a:latin typeface="Tahoma" panose="020B0604030504040204" pitchFamily="34" charset="0"/>
              </a:defRPr>
            </a:lvl8pPr>
            <a:lvl9pPr marL="3886200" indent="-228600" eaLnBrk="0" fontAlgn="base" hangingPunct="0">
              <a:spcBef>
                <a:spcPct val="20000"/>
              </a:spcBef>
              <a:spcAft>
                <a:spcPct val="0"/>
              </a:spcAft>
              <a:defRPr sz="2400">
                <a:solidFill>
                  <a:srgbClr val="003399"/>
                </a:solidFill>
                <a:latin typeface="Tahoma" panose="020B0604030504040204" pitchFamily="34" charset="0"/>
              </a:defRPr>
            </a:lvl9pPr>
          </a:lstStyle>
          <a:p>
            <a:pPr eaLnBrk="1" hangingPunct="1"/>
            <a:r>
              <a:rPr lang="en-GB" altLang="en-US" sz="2000"/>
              <a:t>OOM</a:t>
            </a:r>
          </a:p>
        </p:txBody>
      </p:sp>
      <p:sp>
        <p:nvSpPr>
          <p:cNvPr id="20496" name="Text Box 15">
            <a:extLst>
              <a:ext uri="{FF2B5EF4-FFF2-40B4-BE49-F238E27FC236}">
                <a16:creationId xmlns:a16="http://schemas.microsoft.com/office/drawing/2014/main" id="{0A1A340B-7474-4EE8-AEB6-68E57A119C76}"/>
              </a:ext>
            </a:extLst>
          </p:cNvPr>
          <p:cNvSpPr txBox="1">
            <a:spLocks noChangeArrowheads="1"/>
          </p:cNvSpPr>
          <p:nvPr/>
        </p:nvSpPr>
        <p:spPr bwMode="auto">
          <a:xfrm>
            <a:off x="5133975" y="3552825"/>
            <a:ext cx="7381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rgbClr val="003399"/>
                </a:solidFill>
                <a:latin typeface="Tahoma" panose="020B0604030504040204" pitchFamily="34" charset="0"/>
              </a:defRPr>
            </a:lvl1pPr>
            <a:lvl2pPr marL="742950" indent="-285750" eaLnBrk="0" hangingPunct="0">
              <a:defRPr sz="2400">
                <a:solidFill>
                  <a:srgbClr val="003399"/>
                </a:solidFill>
                <a:latin typeface="Tahoma" panose="020B0604030504040204" pitchFamily="34" charset="0"/>
              </a:defRPr>
            </a:lvl2pPr>
            <a:lvl3pPr marL="1143000" indent="-228600" eaLnBrk="0" hangingPunct="0">
              <a:defRPr sz="2400">
                <a:solidFill>
                  <a:srgbClr val="003399"/>
                </a:solidFill>
                <a:latin typeface="Tahoma" panose="020B0604030504040204" pitchFamily="34" charset="0"/>
              </a:defRPr>
            </a:lvl3pPr>
            <a:lvl4pPr marL="1600200" indent="-228600" eaLnBrk="0" hangingPunct="0">
              <a:defRPr sz="2400">
                <a:solidFill>
                  <a:srgbClr val="003399"/>
                </a:solidFill>
                <a:latin typeface="Tahoma" panose="020B0604030504040204" pitchFamily="34" charset="0"/>
              </a:defRPr>
            </a:lvl4pPr>
            <a:lvl5pPr marL="2057400" indent="-228600" eaLnBrk="0" hangingPunct="0">
              <a:defRPr sz="2400">
                <a:solidFill>
                  <a:srgbClr val="003399"/>
                </a:solidFill>
                <a:latin typeface="Tahoma" panose="020B0604030504040204" pitchFamily="34" charset="0"/>
              </a:defRPr>
            </a:lvl5pPr>
            <a:lvl6pPr marL="2514600" indent="-228600" eaLnBrk="0" fontAlgn="base" hangingPunct="0">
              <a:spcBef>
                <a:spcPct val="20000"/>
              </a:spcBef>
              <a:spcAft>
                <a:spcPct val="0"/>
              </a:spcAft>
              <a:defRPr sz="2400">
                <a:solidFill>
                  <a:srgbClr val="003399"/>
                </a:solidFill>
                <a:latin typeface="Tahoma" panose="020B0604030504040204" pitchFamily="34" charset="0"/>
              </a:defRPr>
            </a:lvl6pPr>
            <a:lvl7pPr marL="2971800" indent="-228600" eaLnBrk="0" fontAlgn="base" hangingPunct="0">
              <a:spcBef>
                <a:spcPct val="20000"/>
              </a:spcBef>
              <a:spcAft>
                <a:spcPct val="0"/>
              </a:spcAft>
              <a:defRPr sz="2400">
                <a:solidFill>
                  <a:srgbClr val="003399"/>
                </a:solidFill>
                <a:latin typeface="Tahoma" panose="020B0604030504040204" pitchFamily="34" charset="0"/>
              </a:defRPr>
            </a:lvl7pPr>
            <a:lvl8pPr marL="3429000" indent="-228600" eaLnBrk="0" fontAlgn="base" hangingPunct="0">
              <a:spcBef>
                <a:spcPct val="20000"/>
              </a:spcBef>
              <a:spcAft>
                <a:spcPct val="0"/>
              </a:spcAft>
              <a:defRPr sz="2400">
                <a:solidFill>
                  <a:srgbClr val="003399"/>
                </a:solidFill>
                <a:latin typeface="Tahoma" panose="020B0604030504040204" pitchFamily="34" charset="0"/>
              </a:defRPr>
            </a:lvl8pPr>
            <a:lvl9pPr marL="3886200" indent="-228600" eaLnBrk="0" fontAlgn="base" hangingPunct="0">
              <a:spcBef>
                <a:spcPct val="20000"/>
              </a:spcBef>
              <a:spcAft>
                <a:spcPct val="0"/>
              </a:spcAft>
              <a:defRPr sz="2400">
                <a:solidFill>
                  <a:srgbClr val="003399"/>
                </a:solidFill>
                <a:latin typeface="Tahoma" panose="020B0604030504040204" pitchFamily="34" charset="0"/>
              </a:defRPr>
            </a:lvl9pPr>
          </a:lstStyle>
          <a:p>
            <a:pPr eaLnBrk="1" hangingPunct="1"/>
            <a:r>
              <a:rPr lang="en-GB" altLang="en-US" sz="2000"/>
              <a:t>OOM</a:t>
            </a:r>
          </a:p>
        </p:txBody>
      </p:sp>
      <p:sp>
        <p:nvSpPr>
          <p:cNvPr id="20497" name="Oval 16">
            <a:extLst>
              <a:ext uri="{FF2B5EF4-FFF2-40B4-BE49-F238E27FC236}">
                <a16:creationId xmlns:a16="http://schemas.microsoft.com/office/drawing/2014/main" id="{05FDFD7A-DC1B-4A42-B793-C81C716EF1E5}"/>
              </a:ext>
            </a:extLst>
          </p:cNvPr>
          <p:cNvSpPr>
            <a:spLocks noChangeArrowheads="1"/>
          </p:cNvSpPr>
          <p:nvPr/>
        </p:nvSpPr>
        <p:spPr bwMode="auto">
          <a:xfrm>
            <a:off x="6791325" y="4010025"/>
            <a:ext cx="774700" cy="457200"/>
          </a:xfrm>
          <a:prstGeom prst="ellipse">
            <a:avLst/>
          </a:prstGeom>
          <a:noFill/>
          <a:ln w="19050">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rgbClr val="003399"/>
                </a:solidFill>
                <a:latin typeface="Tahoma" panose="020B0604030504040204" pitchFamily="34" charset="0"/>
              </a:defRPr>
            </a:lvl1pPr>
            <a:lvl2pPr marL="742950" indent="-285750" eaLnBrk="0" hangingPunct="0">
              <a:defRPr sz="2400">
                <a:solidFill>
                  <a:srgbClr val="003399"/>
                </a:solidFill>
                <a:latin typeface="Tahoma" panose="020B0604030504040204" pitchFamily="34" charset="0"/>
              </a:defRPr>
            </a:lvl2pPr>
            <a:lvl3pPr marL="1143000" indent="-228600" eaLnBrk="0" hangingPunct="0">
              <a:defRPr sz="2400">
                <a:solidFill>
                  <a:srgbClr val="003399"/>
                </a:solidFill>
                <a:latin typeface="Tahoma" panose="020B0604030504040204" pitchFamily="34" charset="0"/>
              </a:defRPr>
            </a:lvl3pPr>
            <a:lvl4pPr marL="1600200" indent="-228600" eaLnBrk="0" hangingPunct="0">
              <a:defRPr sz="2400">
                <a:solidFill>
                  <a:srgbClr val="003399"/>
                </a:solidFill>
                <a:latin typeface="Tahoma" panose="020B0604030504040204" pitchFamily="34" charset="0"/>
              </a:defRPr>
            </a:lvl4pPr>
            <a:lvl5pPr marL="2057400" indent="-228600" eaLnBrk="0" hangingPunct="0">
              <a:defRPr sz="2400">
                <a:solidFill>
                  <a:srgbClr val="003399"/>
                </a:solidFill>
                <a:latin typeface="Tahoma" panose="020B0604030504040204" pitchFamily="34" charset="0"/>
              </a:defRPr>
            </a:lvl5pPr>
            <a:lvl6pPr marL="2514600" indent="-228600" eaLnBrk="0" fontAlgn="base" hangingPunct="0">
              <a:spcBef>
                <a:spcPct val="20000"/>
              </a:spcBef>
              <a:spcAft>
                <a:spcPct val="0"/>
              </a:spcAft>
              <a:defRPr sz="2400">
                <a:solidFill>
                  <a:srgbClr val="003399"/>
                </a:solidFill>
                <a:latin typeface="Tahoma" panose="020B0604030504040204" pitchFamily="34" charset="0"/>
              </a:defRPr>
            </a:lvl6pPr>
            <a:lvl7pPr marL="2971800" indent="-228600" eaLnBrk="0" fontAlgn="base" hangingPunct="0">
              <a:spcBef>
                <a:spcPct val="20000"/>
              </a:spcBef>
              <a:spcAft>
                <a:spcPct val="0"/>
              </a:spcAft>
              <a:defRPr sz="2400">
                <a:solidFill>
                  <a:srgbClr val="003399"/>
                </a:solidFill>
                <a:latin typeface="Tahoma" panose="020B0604030504040204" pitchFamily="34" charset="0"/>
              </a:defRPr>
            </a:lvl7pPr>
            <a:lvl8pPr marL="3429000" indent="-228600" eaLnBrk="0" fontAlgn="base" hangingPunct="0">
              <a:spcBef>
                <a:spcPct val="20000"/>
              </a:spcBef>
              <a:spcAft>
                <a:spcPct val="0"/>
              </a:spcAft>
              <a:defRPr sz="2400">
                <a:solidFill>
                  <a:srgbClr val="003399"/>
                </a:solidFill>
                <a:latin typeface="Tahoma" panose="020B0604030504040204" pitchFamily="34" charset="0"/>
              </a:defRPr>
            </a:lvl8pPr>
            <a:lvl9pPr marL="3886200" indent="-228600" eaLnBrk="0" fontAlgn="base" hangingPunct="0">
              <a:spcBef>
                <a:spcPct val="20000"/>
              </a:spcBef>
              <a:spcAft>
                <a:spcPct val="0"/>
              </a:spcAft>
              <a:defRPr sz="2400">
                <a:solidFill>
                  <a:srgbClr val="003399"/>
                </a:solidFill>
                <a:latin typeface="Tahoma" panose="020B0604030504040204" pitchFamily="34" charset="0"/>
              </a:defRPr>
            </a:lvl9pPr>
          </a:lstStyle>
          <a:p>
            <a:pPr eaLnBrk="1" hangingPunct="1"/>
            <a:endParaRPr lang="en-US" altLang="en-US"/>
          </a:p>
        </p:txBody>
      </p:sp>
      <p:sp>
        <p:nvSpPr>
          <p:cNvPr id="20498" name="Text Box 17">
            <a:extLst>
              <a:ext uri="{FF2B5EF4-FFF2-40B4-BE49-F238E27FC236}">
                <a16:creationId xmlns:a16="http://schemas.microsoft.com/office/drawing/2014/main" id="{53B0EBC2-5E40-4F9D-95A1-9E33A92C71FF}"/>
              </a:ext>
            </a:extLst>
          </p:cNvPr>
          <p:cNvSpPr txBox="1">
            <a:spLocks noChangeArrowheads="1"/>
          </p:cNvSpPr>
          <p:nvPr/>
        </p:nvSpPr>
        <p:spPr bwMode="auto">
          <a:xfrm>
            <a:off x="6721475" y="4456113"/>
            <a:ext cx="1092200" cy="696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sz="2400">
                <a:solidFill>
                  <a:srgbClr val="003399"/>
                </a:solidFill>
                <a:latin typeface="Tahoma" panose="020B0604030504040204" pitchFamily="34" charset="0"/>
              </a:defRPr>
            </a:lvl1pPr>
            <a:lvl2pPr marL="742950" indent="-285750" eaLnBrk="0" hangingPunct="0">
              <a:defRPr sz="2400">
                <a:solidFill>
                  <a:srgbClr val="003399"/>
                </a:solidFill>
                <a:latin typeface="Tahoma" panose="020B0604030504040204" pitchFamily="34" charset="0"/>
              </a:defRPr>
            </a:lvl2pPr>
            <a:lvl3pPr marL="1143000" indent="-228600" eaLnBrk="0" hangingPunct="0">
              <a:defRPr sz="2400">
                <a:solidFill>
                  <a:srgbClr val="003399"/>
                </a:solidFill>
                <a:latin typeface="Tahoma" panose="020B0604030504040204" pitchFamily="34" charset="0"/>
              </a:defRPr>
            </a:lvl3pPr>
            <a:lvl4pPr marL="1600200" indent="-228600" eaLnBrk="0" hangingPunct="0">
              <a:defRPr sz="2400">
                <a:solidFill>
                  <a:srgbClr val="003399"/>
                </a:solidFill>
                <a:latin typeface="Tahoma" panose="020B0604030504040204" pitchFamily="34" charset="0"/>
              </a:defRPr>
            </a:lvl4pPr>
            <a:lvl5pPr marL="2057400" indent="-228600" eaLnBrk="0" hangingPunct="0">
              <a:defRPr sz="2400">
                <a:solidFill>
                  <a:srgbClr val="003399"/>
                </a:solidFill>
                <a:latin typeface="Tahoma" panose="020B0604030504040204" pitchFamily="34" charset="0"/>
              </a:defRPr>
            </a:lvl5pPr>
            <a:lvl6pPr marL="2514600" indent="-228600" eaLnBrk="0" fontAlgn="base" hangingPunct="0">
              <a:spcBef>
                <a:spcPct val="20000"/>
              </a:spcBef>
              <a:spcAft>
                <a:spcPct val="0"/>
              </a:spcAft>
              <a:defRPr sz="2400">
                <a:solidFill>
                  <a:srgbClr val="003399"/>
                </a:solidFill>
                <a:latin typeface="Tahoma" panose="020B0604030504040204" pitchFamily="34" charset="0"/>
              </a:defRPr>
            </a:lvl6pPr>
            <a:lvl7pPr marL="2971800" indent="-228600" eaLnBrk="0" fontAlgn="base" hangingPunct="0">
              <a:spcBef>
                <a:spcPct val="20000"/>
              </a:spcBef>
              <a:spcAft>
                <a:spcPct val="0"/>
              </a:spcAft>
              <a:defRPr sz="2400">
                <a:solidFill>
                  <a:srgbClr val="003399"/>
                </a:solidFill>
                <a:latin typeface="Tahoma" panose="020B0604030504040204" pitchFamily="34" charset="0"/>
              </a:defRPr>
            </a:lvl7pPr>
            <a:lvl8pPr marL="3429000" indent="-228600" eaLnBrk="0" fontAlgn="base" hangingPunct="0">
              <a:spcBef>
                <a:spcPct val="20000"/>
              </a:spcBef>
              <a:spcAft>
                <a:spcPct val="0"/>
              </a:spcAft>
              <a:defRPr sz="2400">
                <a:solidFill>
                  <a:srgbClr val="003399"/>
                </a:solidFill>
                <a:latin typeface="Tahoma" panose="020B0604030504040204" pitchFamily="34" charset="0"/>
              </a:defRPr>
            </a:lvl8pPr>
            <a:lvl9pPr marL="3886200" indent="-228600" eaLnBrk="0" fontAlgn="base" hangingPunct="0">
              <a:spcBef>
                <a:spcPct val="20000"/>
              </a:spcBef>
              <a:spcAft>
                <a:spcPct val="0"/>
              </a:spcAft>
              <a:defRPr sz="2400">
                <a:solidFill>
                  <a:srgbClr val="003399"/>
                </a:solidFill>
                <a:latin typeface="Tahoma" panose="020B0604030504040204" pitchFamily="34" charset="0"/>
              </a:defRPr>
            </a:lvl9pPr>
          </a:lstStyle>
          <a:p>
            <a:pPr eaLnBrk="1" hangingPunct="1"/>
            <a:r>
              <a:rPr lang="en-GB" altLang="en-US" sz="1800"/>
              <a:t>skeleton </a:t>
            </a:r>
          </a:p>
          <a:p>
            <a:pPr eaLnBrk="1" hangingPunct="1"/>
            <a:r>
              <a:rPr lang="en-GB" altLang="en-US" sz="1800"/>
              <a:t>object B</a:t>
            </a:r>
          </a:p>
        </p:txBody>
      </p:sp>
      <p:sp>
        <p:nvSpPr>
          <p:cNvPr id="20499" name="Oval 18">
            <a:extLst>
              <a:ext uri="{FF2B5EF4-FFF2-40B4-BE49-F238E27FC236}">
                <a16:creationId xmlns:a16="http://schemas.microsoft.com/office/drawing/2014/main" id="{3829EF95-1C8E-4367-B975-A31F53F7DFB8}"/>
              </a:ext>
            </a:extLst>
          </p:cNvPr>
          <p:cNvSpPr>
            <a:spLocks noChangeArrowheads="1"/>
          </p:cNvSpPr>
          <p:nvPr/>
        </p:nvSpPr>
        <p:spPr bwMode="auto">
          <a:xfrm>
            <a:off x="6791325" y="5610225"/>
            <a:ext cx="774700" cy="457200"/>
          </a:xfrm>
          <a:prstGeom prst="ellipse">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rgbClr val="003399"/>
                </a:solidFill>
                <a:latin typeface="Tahoma" panose="020B0604030504040204" pitchFamily="34" charset="0"/>
              </a:defRPr>
            </a:lvl1pPr>
            <a:lvl2pPr marL="742950" indent="-285750" eaLnBrk="0" hangingPunct="0">
              <a:defRPr sz="2400">
                <a:solidFill>
                  <a:srgbClr val="003399"/>
                </a:solidFill>
                <a:latin typeface="Tahoma" panose="020B0604030504040204" pitchFamily="34" charset="0"/>
              </a:defRPr>
            </a:lvl2pPr>
            <a:lvl3pPr marL="1143000" indent="-228600" eaLnBrk="0" hangingPunct="0">
              <a:defRPr sz="2400">
                <a:solidFill>
                  <a:srgbClr val="003399"/>
                </a:solidFill>
                <a:latin typeface="Tahoma" panose="020B0604030504040204" pitchFamily="34" charset="0"/>
              </a:defRPr>
            </a:lvl3pPr>
            <a:lvl4pPr marL="1600200" indent="-228600" eaLnBrk="0" hangingPunct="0">
              <a:defRPr sz="2400">
                <a:solidFill>
                  <a:srgbClr val="003399"/>
                </a:solidFill>
                <a:latin typeface="Tahoma" panose="020B0604030504040204" pitchFamily="34" charset="0"/>
              </a:defRPr>
            </a:lvl4pPr>
            <a:lvl5pPr marL="2057400" indent="-228600" eaLnBrk="0" hangingPunct="0">
              <a:defRPr sz="2400">
                <a:solidFill>
                  <a:srgbClr val="003399"/>
                </a:solidFill>
                <a:latin typeface="Tahoma" panose="020B0604030504040204" pitchFamily="34" charset="0"/>
              </a:defRPr>
            </a:lvl5pPr>
            <a:lvl6pPr marL="2514600" indent="-228600" eaLnBrk="0" fontAlgn="base" hangingPunct="0">
              <a:spcBef>
                <a:spcPct val="20000"/>
              </a:spcBef>
              <a:spcAft>
                <a:spcPct val="0"/>
              </a:spcAft>
              <a:defRPr sz="2400">
                <a:solidFill>
                  <a:srgbClr val="003399"/>
                </a:solidFill>
                <a:latin typeface="Tahoma" panose="020B0604030504040204" pitchFamily="34" charset="0"/>
              </a:defRPr>
            </a:lvl6pPr>
            <a:lvl7pPr marL="2971800" indent="-228600" eaLnBrk="0" fontAlgn="base" hangingPunct="0">
              <a:spcBef>
                <a:spcPct val="20000"/>
              </a:spcBef>
              <a:spcAft>
                <a:spcPct val="0"/>
              </a:spcAft>
              <a:defRPr sz="2400">
                <a:solidFill>
                  <a:srgbClr val="003399"/>
                </a:solidFill>
                <a:latin typeface="Tahoma" panose="020B0604030504040204" pitchFamily="34" charset="0"/>
              </a:defRPr>
            </a:lvl7pPr>
            <a:lvl8pPr marL="3429000" indent="-228600" eaLnBrk="0" fontAlgn="base" hangingPunct="0">
              <a:spcBef>
                <a:spcPct val="20000"/>
              </a:spcBef>
              <a:spcAft>
                <a:spcPct val="0"/>
              </a:spcAft>
              <a:defRPr sz="2400">
                <a:solidFill>
                  <a:srgbClr val="003399"/>
                </a:solidFill>
                <a:latin typeface="Tahoma" panose="020B0604030504040204" pitchFamily="34" charset="0"/>
              </a:defRPr>
            </a:lvl8pPr>
            <a:lvl9pPr marL="3886200" indent="-228600" eaLnBrk="0" fontAlgn="base" hangingPunct="0">
              <a:spcBef>
                <a:spcPct val="20000"/>
              </a:spcBef>
              <a:spcAft>
                <a:spcPct val="0"/>
              </a:spcAft>
              <a:defRPr sz="2400">
                <a:solidFill>
                  <a:srgbClr val="003399"/>
                </a:solidFill>
                <a:latin typeface="Tahoma" panose="020B0604030504040204" pitchFamily="34" charset="0"/>
              </a:defRPr>
            </a:lvl9pPr>
          </a:lstStyle>
          <a:p>
            <a:pPr eaLnBrk="1" hangingPunct="1"/>
            <a:endParaRPr lang="en-US" altLang="en-US"/>
          </a:p>
        </p:txBody>
      </p:sp>
      <p:sp>
        <p:nvSpPr>
          <p:cNvPr id="20500" name="Text Box 19">
            <a:extLst>
              <a:ext uri="{FF2B5EF4-FFF2-40B4-BE49-F238E27FC236}">
                <a16:creationId xmlns:a16="http://schemas.microsoft.com/office/drawing/2014/main" id="{DB80181A-6C06-4AD6-A627-3EDC04128EF9}"/>
              </a:ext>
            </a:extLst>
          </p:cNvPr>
          <p:cNvSpPr txBox="1">
            <a:spLocks noChangeArrowheads="1"/>
          </p:cNvSpPr>
          <p:nvPr/>
        </p:nvSpPr>
        <p:spPr bwMode="auto">
          <a:xfrm>
            <a:off x="6704013" y="6081713"/>
            <a:ext cx="100806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sz="2400">
                <a:solidFill>
                  <a:srgbClr val="003399"/>
                </a:solidFill>
                <a:latin typeface="Tahoma" panose="020B0604030504040204" pitchFamily="34" charset="0"/>
              </a:defRPr>
            </a:lvl1pPr>
            <a:lvl2pPr marL="742950" indent="-285750" eaLnBrk="0" hangingPunct="0">
              <a:defRPr sz="2400">
                <a:solidFill>
                  <a:srgbClr val="003399"/>
                </a:solidFill>
                <a:latin typeface="Tahoma" panose="020B0604030504040204" pitchFamily="34" charset="0"/>
              </a:defRPr>
            </a:lvl2pPr>
            <a:lvl3pPr marL="1143000" indent="-228600" eaLnBrk="0" hangingPunct="0">
              <a:defRPr sz="2400">
                <a:solidFill>
                  <a:srgbClr val="003399"/>
                </a:solidFill>
                <a:latin typeface="Tahoma" panose="020B0604030504040204" pitchFamily="34" charset="0"/>
              </a:defRPr>
            </a:lvl3pPr>
            <a:lvl4pPr marL="1600200" indent="-228600" eaLnBrk="0" hangingPunct="0">
              <a:defRPr sz="2400">
                <a:solidFill>
                  <a:srgbClr val="003399"/>
                </a:solidFill>
                <a:latin typeface="Tahoma" panose="020B0604030504040204" pitchFamily="34" charset="0"/>
              </a:defRPr>
            </a:lvl4pPr>
            <a:lvl5pPr marL="2057400" indent="-228600" eaLnBrk="0" hangingPunct="0">
              <a:defRPr sz="2400">
                <a:solidFill>
                  <a:srgbClr val="003399"/>
                </a:solidFill>
                <a:latin typeface="Tahoma" panose="020B0604030504040204" pitchFamily="34" charset="0"/>
              </a:defRPr>
            </a:lvl5pPr>
            <a:lvl6pPr marL="2514600" indent="-228600" eaLnBrk="0" fontAlgn="base" hangingPunct="0">
              <a:spcBef>
                <a:spcPct val="20000"/>
              </a:spcBef>
              <a:spcAft>
                <a:spcPct val="0"/>
              </a:spcAft>
              <a:defRPr sz="2400">
                <a:solidFill>
                  <a:srgbClr val="003399"/>
                </a:solidFill>
                <a:latin typeface="Tahoma" panose="020B0604030504040204" pitchFamily="34" charset="0"/>
              </a:defRPr>
            </a:lvl6pPr>
            <a:lvl7pPr marL="2971800" indent="-228600" eaLnBrk="0" fontAlgn="base" hangingPunct="0">
              <a:spcBef>
                <a:spcPct val="20000"/>
              </a:spcBef>
              <a:spcAft>
                <a:spcPct val="0"/>
              </a:spcAft>
              <a:defRPr sz="2400">
                <a:solidFill>
                  <a:srgbClr val="003399"/>
                </a:solidFill>
                <a:latin typeface="Tahoma" panose="020B0604030504040204" pitchFamily="34" charset="0"/>
              </a:defRPr>
            </a:lvl7pPr>
            <a:lvl8pPr marL="3429000" indent="-228600" eaLnBrk="0" fontAlgn="base" hangingPunct="0">
              <a:spcBef>
                <a:spcPct val="20000"/>
              </a:spcBef>
              <a:spcAft>
                <a:spcPct val="0"/>
              </a:spcAft>
              <a:defRPr sz="2400">
                <a:solidFill>
                  <a:srgbClr val="003399"/>
                </a:solidFill>
                <a:latin typeface="Tahoma" panose="020B0604030504040204" pitchFamily="34" charset="0"/>
              </a:defRPr>
            </a:lvl8pPr>
            <a:lvl9pPr marL="3886200" indent="-228600" eaLnBrk="0" fontAlgn="base" hangingPunct="0">
              <a:spcBef>
                <a:spcPct val="20000"/>
              </a:spcBef>
              <a:spcAft>
                <a:spcPct val="0"/>
              </a:spcAft>
              <a:defRPr sz="2400">
                <a:solidFill>
                  <a:srgbClr val="003399"/>
                </a:solidFill>
                <a:latin typeface="Tahoma" panose="020B0604030504040204" pitchFamily="34" charset="0"/>
              </a:defRPr>
            </a:lvl9pPr>
          </a:lstStyle>
          <a:p>
            <a:pPr eaLnBrk="1" hangingPunct="1"/>
            <a:r>
              <a:rPr lang="en-GB" altLang="en-US" sz="1800"/>
              <a:t>object B</a:t>
            </a:r>
          </a:p>
        </p:txBody>
      </p:sp>
      <p:sp>
        <p:nvSpPr>
          <p:cNvPr id="20501" name="Line 20">
            <a:extLst>
              <a:ext uri="{FF2B5EF4-FFF2-40B4-BE49-F238E27FC236}">
                <a16:creationId xmlns:a16="http://schemas.microsoft.com/office/drawing/2014/main" id="{64E31333-662A-4C52-9E21-629D315ED286}"/>
              </a:ext>
            </a:extLst>
          </p:cNvPr>
          <p:cNvSpPr>
            <a:spLocks noChangeShapeType="1"/>
          </p:cNvSpPr>
          <p:nvPr/>
        </p:nvSpPr>
        <p:spPr bwMode="auto">
          <a:xfrm>
            <a:off x="1828800" y="4619625"/>
            <a:ext cx="0" cy="60960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0502" name="Line 22">
            <a:extLst>
              <a:ext uri="{FF2B5EF4-FFF2-40B4-BE49-F238E27FC236}">
                <a16:creationId xmlns:a16="http://schemas.microsoft.com/office/drawing/2014/main" id="{5AAE839E-D89C-4C1C-84E6-F5AE402B04B1}"/>
              </a:ext>
            </a:extLst>
          </p:cNvPr>
          <p:cNvSpPr>
            <a:spLocks noChangeShapeType="1"/>
          </p:cNvSpPr>
          <p:nvPr/>
        </p:nvSpPr>
        <p:spPr bwMode="auto">
          <a:xfrm>
            <a:off x="7104063" y="5153025"/>
            <a:ext cx="0" cy="38100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0503" name="Text Box 28">
            <a:extLst>
              <a:ext uri="{FF2B5EF4-FFF2-40B4-BE49-F238E27FC236}">
                <a16:creationId xmlns:a16="http://schemas.microsoft.com/office/drawing/2014/main" id="{2C460723-E223-43FD-9F39-A55003AE88F7}"/>
              </a:ext>
            </a:extLst>
          </p:cNvPr>
          <p:cNvSpPr txBox="1">
            <a:spLocks noChangeArrowheads="1"/>
          </p:cNvSpPr>
          <p:nvPr/>
        </p:nvSpPr>
        <p:spPr bwMode="auto">
          <a:xfrm>
            <a:off x="1547813" y="3552825"/>
            <a:ext cx="6905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rgbClr val="003399"/>
                </a:solidFill>
                <a:latin typeface="Tahoma" panose="020B0604030504040204" pitchFamily="34" charset="0"/>
              </a:defRPr>
            </a:lvl1pPr>
            <a:lvl2pPr marL="742950" indent="-285750" eaLnBrk="0" hangingPunct="0">
              <a:defRPr sz="2400">
                <a:solidFill>
                  <a:srgbClr val="003399"/>
                </a:solidFill>
                <a:latin typeface="Tahoma" panose="020B0604030504040204" pitchFamily="34" charset="0"/>
              </a:defRPr>
            </a:lvl2pPr>
            <a:lvl3pPr marL="1143000" indent="-228600" eaLnBrk="0" hangingPunct="0">
              <a:defRPr sz="2400">
                <a:solidFill>
                  <a:srgbClr val="003399"/>
                </a:solidFill>
                <a:latin typeface="Tahoma" panose="020B0604030504040204" pitchFamily="34" charset="0"/>
              </a:defRPr>
            </a:lvl3pPr>
            <a:lvl4pPr marL="1600200" indent="-228600" eaLnBrk="0" hangingPunct="0">
              <a:defRPr sz="2400">
                <a:solidFill>
                  <a:srgbClr val="003399"/>
                </a:solidFill>
                <a:latin typeface="Tahoma" panose="020B0604030504040204" pitchFamily="34" charset="0"/>
              </a:defRPr>
            </a:lvl4pPr>
            <a:lvl5pPr marL="2057400" indent="-228600" eaLnBrk="0" hangingPunct="0">
              <a:defRPr sz="2400">
                <a:solidFill>
                  <a:srgbClr val="003399"/>
                </a:solidFill>
                <a:latin typeface="Tahoma" panose="020B0604030504040204" pitchFamily="34" charset="0"/>
              </a:defRPr>
            </a:lvl5pPr>
            <a:lvl6pPr marL="2514600" indent="-228600" eaLnBrk="0" fontAlgn="base" hangingPunct="0">
              <a:spcBef>
                <a:spcPct val="20000"/>
              </a:spcBef>
              <a:spcAft>
                <a:spcPct val="0"/>
              </a:spcAft>
              <a:defRPr sz="2400">
                <a:solidFill>
                  <a:srgbClr val="003399"/>
                </a:solidFill>
                <a:latin typeface="Tahoma" panose="020B0604030504040204" pitchFamily="34" charset="0"/>
              </a:defRPr>
            </a:lvl6pPr>
            <a:lvl7pPr marL="2971800" indent="-228600" eaLnBrk="0" fontAlgn="base" hangingPunct="0">
              <a:spcBef>
                <a:spcPct val="20000"/>
              </a:spcBef>
              <a:spcAft>
                <a:spcPct val="0"/>
              </a:spcAft>
              <a:defRPr sz="2400">
                <a:solidFill>
                  <a:srgbClr val="003399"/>
                </a:solidFill>
                <a:latin typeface="Tahoma" panose="020B0604030504040204" pitchFamily="34" charset="0"/>
              </a:defRPr>
            </a:lvl7pPr>
            <a:lvl8pPr marL="3429000" indent="-228600" eaLnBrk="0" fontAlgn="base" hangingPunct="0">
              <a:spcBef>
                <a:spcPct val="20000"/>
              </a:spcBef>
              <a:spcAft>
                <a:spcPct val="0"/>
              </a:spcAft>
              <a:defRPr sz="2400">
                <a:solidFill>
                  <a:srgbClr val="003399"/>
                </a:solidFill>
                <a:latin typeface="Tahoma" panose="020B0604030504040204" pitchFamily="34" charset="0"/>
              </a:defRPr>
            </a:lvl8pPr>
            <a:lvl9pPr marL="3886200" indent="-228600" eaLnBrk="0" fontAlgn="base" hangingPunct="0">
              <a:spcBef>
                <a:spcPct val="20000"/>
              </a:spcBef>
              <a:spcAft>
                <a:spcPct val="0"/>
              </a:spcAft>
              <a:defRPr sz="2400">
                <a:solidFill>
                  <a:srgbClr val="003399"/>
                </a:solidFill>
                <a:latin typeface="Tahoma" panose="020B0604030504040204" pitchFamily="34" charset="0"/>
              </a:defRPr>
            </a:lvl9pPr>
          </a:lstStyle>
          <a:p>
            <a:pPr eaLnBrk="1" hangingPunct="1"/>
            <a:r>
              <a:rPr lang="en-GB" altLang="en-US" sz="2000"/>
              <a:t>local</a:t>
            </a:r>
          </a:p>
        </p:txBody>
      </p:sp>
      <p:sp>
        <p:nvSpPr>
          <p:cNvPr id="20504" name="Text Box 29">
            <a:extLst>
              <a:ext uri="{FF2B5EF4-FFF2-40B4-BE49-F238E27FC236}">
                <a16:creationId xmlns:a16="http://schemas.microsoft.com/office/drawing/2014/main" id="{6016C03C-CD46-4BAF-AB41-F7B9A8D7C6BE}"/>
              </a:ext>
            </a:extLst>
          </p:cNvPr>
          <p:cNvSpPr txBox="1">
            <a:spLocks noChangeArrowheads="1"/>
          </p:cNvSpPr>
          <p:nvPr/>
        </p:nvSpPr>
        <p:spPr bwMode="auto">
          <a:xfrm>
            <a:off x="6681788" y="3552825"/>
            <a:ext cx="9794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rgbClr val="003399"/>
                </a:solidFill>
                <a:latin typeface="Tahoma" panose="020B0604030504040204" pitchFamily="34" charset="0"/>
              </a:defRPr>
            </a:lvl1pPr>
            <a:lvl2pPr marL="742950" indent="-285750" eaLnBrk="0" hangingPunct="0">
              <a:defRPr sz="2400">
                <a:solidFill>
                  <a:srgbClr val="003399"/>
                </a:solidFill>
                <a:latin typeface="Tahoma" panose="020B0604030504040204" pitchFamily="34" charset="0"/>
              </a:defRPr>
            </a:lvl2pPr>
            <a:lvl3pPr marL="1143000" indent="-228600" eaLnBrk="0" hangingPunct="0">
              <a:defRPr sz="2400">
                <a:solidFill>
                  <a:srgbClr val="003399"/>
                </a:solidFill>
                <a:latin typeface="Tahoma" panose="020B0604030504040204" pitchFamily="34" charset="0"/>
              </a:defRPr>
            </a:lvl3pPr>
            <a:lvl4pPr marL="1600200" indent="-228600" eaLnBrk="0" hangingPunct="0">
              <a:defRPr sz="2400">
                <a:solidFill>
                  <a:srgbClr val="003399"/>
                </a:solidFill>
                <a:latin typeface="Tahoma" panose="020B0604030504040204" pitchFamily="34" charset="0"/>
              </a:defRPr>
            </a:lvl4pPr>
            <a:lvl5pPr marL="2057400" indent="-228600" eaLnBrk="0" hangingPunct="0">
              <a:defRPr sz="2400">
                <a:solidFill>
                  <a:srgbClr val="003399"/>
                </a:solidFill>
                <a:latin typeface="Tahoma" panose="020B0604030504040204" pitchFamily="34" charset="0"/>
              </a:defRPr>
            </a:lvl5pPr>
            <a:lvl6pPr marL="2514600" indent="-228600" eaLnBrk="0" fontAlgn="base" hangingPunct="0">
              <a:spcBef>
                <a:spcPct val="20000"/>
              </a:spcBef>
              <a:spcAft>
                <a:spcPct val="0"/>
              </a:spcAft>
              <a:defRPr sz="2400">
                <a:solidFill>
                  <a:srgbClr val="003399"/>
                </a:solidFill>
                <a:latin typeface="Tahoma" panose="020B0604030504040204" pitchFamily="34" charset="0"/>
              </a:defRPr>
            </a:lvl6pPr>
            <a:lvl7pPr marL="2971800" indent="-228600" eaLnBrk="0" fontAlgn="base" hangingPunct="0">
              <a:spcBef>
                <a:spcPct val="20000"/>
              </a:spcBef>
              <a:spcAft>
                <a:spcPct val="0"/>
              </a:spcAft>
              <a:defRPr sz="2400">
                <a:solidFill>
                  <a:srgbClr val="003399"/>
                </a:solidFill>
                <a:latin typeface="Tahoma" panose="020B0604030504040204" pitchFamily="34" charset="0"/>
              </a:defRPr>
            </a:lvl7pPr>
            <a:lvl8pPr marL="3429000" indent="-228600" eaLnBrk="0" fontAlgn="base" hangingPunct="0">
              <a:spcBef>
                <a:spcPct val="20000"/>
              </a:spcBef>
              <a:spcAft>
                <a:spcPct val="0"/>
              </a:spcAft>
              <a:defRPr sz="2400">
                <a:solidFill>
                  <a:srgbClr val="003399"/>
                </a:solidFill>
                <a:latin typeface="Tahoma" panose="020B0604030504040204" pitchFamily="34" charset="0"/>
              </a:defRPr>
            </a:lvl8pPr>
            <a:lvl9pPr marL="3886200" indent="-228600" eaLnBrk="0" fontAlgn="base" hangingPunct="0">
              <a:spcBef>
                <a:spcPct val="20000"/>
              </a:spcBef>
              <a:spcAft>
                <a:spcPct val="0"/>
              </a:spcAft>
              <a:defRPr sz="2400">
                <a:solidFill>
                  <a:srgbClr val="003399"/>
                </a:solidFill>
                <a:latin typeface="Tahoma" panose="020B0604030504040204" pitchFamily="34" charset="0"/>
              </a:defRPr>
            </a:lvl9pPr>
          </a:lstStyle>
          <a:p>
            <a:pPr eaLnBrk="1" hangingPunct="1"/>
            <a:r>
              <a:rPr lang="en-GB" altLang="en-US" sz="2000"/>
              <a:t>remote</a:t>
            </a:r>
          </a:p>
        </p:txBody>
      </p:sp>
      <p:sp>
        <p:nvSpPr>
          <p:cNvPr id="20505" name="Line 30">
            <a:extLst>
              <a:ext uri="{FF2B5EF4-FFF2-40B4-BE49-F238E27FC236}">
                <a16:creationId xmlns:a16="http://schemas.microsoft.com/office/drawing/2014/main" id="{E16E0C5E-D7ED-425B-88AB-EEAA6E015A98}"/>
              </a:ext>
            </a:extLst>
          </p:cNvPr>
          <p:cNvSpPr>
            <a:spLocks noChangeShapeType="1"/>
          </p:cNvSpPr>
          <p:nvPr/>
        </p:nvSpPr>
        <p:spPr bwMode="auto">
          <a:xfrm flipV="1">
            <a:off x="2320925" y="5000625"/>
            <a:ext cx="633413" cy="45720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0506" name="Line 31">
            <a:extLst>
              <a:ext uri="{FF2B5EF4-FFF2-40B4-BE49-F238E27FC236}">
                <a16:creationId xmlns:a16="http://schemas.microsoft.com/office/drawing/2014/main" id="{37C3D16D-30BD-48BC-A649-7D82FA1D4F57}"/>
              </a:ext>
            </a:extLst>
          </p:cNvPr>
          <p:cNvSpPr>
            <a:spLocks noChangeShapeType="1"/>
          </p:cNvSpPr>
          <p:nvPr/>
        </p:nvSpPr>
        <p:spPr bwMode="auto">
          <a:xfrm flipV="1">
            <a:off x="6119813" y="4314825"/>
            <a:ext cx="561975" cy="68580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0507" name="Line 32">
            <a:extLst>
              <a:ext uri="{FF2B5EF4-FFF2-40B4-BE49-F238E27FC236}">
                <a16:creationId xmlns:a16="http://schemas.microsoft.com/office/drawing/2014/main" id="{92729445-5415-4AED-87FD-022F5C6E834E}"/>
              </a:ext>
            </a:extLst>
          </p:cNvPr>
          <p:cNvSpPr>
            <a:spLocks noChangeShapeType="1"/>
          </p:cNvSpPr>
          <p:nvPr/>
        </p:nvSpPr>
        <p:spPr bwMode="auto">
          <a:xfrm flipV="1">
            <a:off x="1898650" y="4619625"/>
            <a:ext cx="0" cy="60960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0508" name="Line 33">
            <a:extLst>
              <a:ext uri="{FF2B5EF4-FFF2-40B4-BE49-F238E27FC236}">
                <a16:creationId xmlns:a16="http://schemas.microsoft.com/office/drawing/2014/main" id="{3BB22B5F-F224-47D8-8529-C905B6240791}"/>
              </a:ext>
            </a:extLst>
          </p:cNvPr>
          <p:cNvSpPr>
            <a:spLocks noChangeShapeType="1"/>
          </p:cNvSpPr>
          <p:nvPr/>
        </p:nvSpPr>
        <p:spPr bwMode="auto">
          <a:xfrm flipH="1">
            <a:off x="2390775" y="5153025"/>
            <a:ext cx="563563" cy="38100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0509" name="Line 34">
            <a:extLst>
              <a:ext uri="{FF2B5EF4-FFF2-40B4-BE49-F238E27FC236}">
                <a16:creationId xmlns:a16="http://schemas.microsoft.com/office/drawing/2014/main" id="{05CF9571-EB71-448E-9CF7-5D3A63339F6F}"/>
              </a:ext>
            </a:extLst>
          </p:cNvPr>
          <p:cNvSpPr>
            <a:spLocks noChangeShapeType="1"/>
          </p:cNvSpPr>
          <p:nvPr/>
        </p:nvSpPr>
        <p:spPr bwMode="auto">
          <a:xfrm flipH="1">
            <a:off x="6189663" y="4467225"/>
            <a:ext cx="492125" cy="60960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0510" name="Line 35">
            <a:extLst>
              <a:ext uri="{FF2B5EF4-FFF2-40B4-BE49-F238E27FC236}">
                <a16:creationId xmlns:a16="http://schemas.microsoft.com/office/drawing/2014/main" id="{39BAABD0-A481-459B-8AF6-37F95711AC77}"/>
              </a:ext>
            </a:extLst>
          </p:cNvPr>
          <p:cNvSpPr>
            <a:spLocks noChangeShapeType="1"/>
          </p:cNvSpPr>
          <p:nvPr/>
        </p:nvSpPr>
        <p:spPr bwMode="auto">
          <a:xfrm flipV="1">
            <a:off x="7245350" y="5153025"/>
            <a:ext cx="0" cy="38100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0511" name="AutoShape 36">
            <a:extLst>
              <a:ext uri="{FF2B5EF4-FFF2-40B4-BE49-F238E27FC236}">
                <a16:creationId xmlns:a16="http://schemas.microsoft.com/office/drawing/2014/main" id="{9481CD87-5C66-4578-9CF2-DD2488225BBC}"/>
              </a:ext>
            </a:extLst>
          </p:cNvPr>
          <p:cNvSpPr>
            <a:spLocks noChangeArrowheads="1"/>
          </p:cNvSpPr>
          <p:nvPr/>
        </p:nvSpPr>
        <p:spPr bwMode="auto">
          <a:xfrm>
            <a:off x="3076575" y="4086225"/>
            <a:ext cx="914400" cy="2209800"/>
          </a:xfrm>
          <a:prstGeom prst="roundRect">
            <a:avLst>
              <a:gd name="adj" fmla="val 50000"/>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rgbClr val="003399"/>
                </a:solidFill>
                <a:latin typeface="Tahoma" panose="020B0604030504040204" pitchFamily="34" charset="0"/>
              </a:defRPr>
            </a:lvl1pPr>
            <a:lvl2pPr marL="742950" indent="-285750" eaLnBrk="0" hangingPunct="0">
              <a:defRPr sz="2400">
                <a:solidFill>
                  <a:srgbClr val="003399"/>
                </a:solidFill>
                <a:latin typeface="Tahoma" panose="020B0604030504040204" pitchFamily="34" charset="0"/>
              </a:defRPr>
            </a:lvl2pPr>
            <a:lvl3pPr marL="1143000" indent="-228600" eaLnBrk="0" hangingPunct="0">
              <a:defRPr sz="2400">
                <a:solidFill>
                  <a:srgbClr val="003399"/>
                </a:solidFill>
                <a:latin typeface="Tahoma" panose="020B0604030504040204" pitchFamily="34" charset="0"/>
              </a:defRPr>
            </a:lvl3pPr>
            <a:lvl4pPr marL="1600200" indent="-228600" eaLnBrk="0" hangingPunct="0">
              <a:defRPr sz="2400">
                <a:solidFill>
                  <a:srgbClr val="003399"/>
                </a:solidFill>
                <a:latin typeface="Tahoma" panose="020B0604030504040204" pitchFamily="34" charset="0"/>
              </a:defRPr>
            </a:lvl4pPr>
            <a:lvl5pPr marL="2057400" indent="-228600" eaLnBrk="0" hangingPunct="0">
              <a:defRPr sz="2400">
                <a:solidFill>
                  <a:srgbClr val="003399"/>
                </a:solidFill>
                <a:latin typeface="Tahoma" panose="020B0604030504040204" pitchFamily="34" charset="0"/>
              </a:defRPr>
            </a:lvl5pPr>
            <a:lvl6pPr marL="2514600" indent="-228600" eaLnBrk="0" fontAlgn="base" hangingPunct="0">
              <a:spcBef>
                <a:spcPct val="20000"/>
              </a:spcBef>
              <a:spcAft>
                <a:spcPct val="0"/>
              </a:spcAft>
              <a:defRPr sz="2400">
                <a:solidFill>
                  <a:srgbClr val="003399"/>
                </a:solidFill>
                <a:latin typeface="Tahoma" panose="020B0604030504040204" pitchFamily="34" charset="0"/>
              </a:defRPr>
            </a:lvl6pPr>
            <a:lvl7pPr marL="2971800" indent="-228600" eaLnBrk="0" fontAlgn="base" hangingPunct="0">
              <a:spcBef>
                <a:spcPct val="20000"/>
              </a:spcBef>
              <a:spcAft>
                <a:spcPct val="0"/>
              </a:spcAft>
              <a:defRPr sz="2400">
                <a:solidFill>
                  <a:srgbClr val="003399"/>
                </a:solidFill>
                <a:latin typeface="Tahoma" panose="020B0604030504040204" pitchFamily="34" charset="0"/>
              </a:defRPr>
            </a:lvl7pPr>
            <a:lvl8pPr marL="3429000" indent="-228600" eaLnBrk="0" fontAlgn="base" hangingPunct="0">
              <a:spcBef>
                <a:spcPct val="20000"/>
              </a:spcBef>
              <a:spcAft>
                <a:spcPct val="0"/>
              </a:spcAft>
              <a:defRPr sz="2400">
                <a:solidFill>
                  <a:srgbClr val="003399"/>
                </a:solidFill>
                <a:latin typeface="Tahoma" panose="020B0604030504040204" pitchFamily="34" charset="0"/>
              </a:defRPr>
            </a:lvl8pPr>
            <a:lvl9pPr marL="3886200" indent="-228600" eaLnBrk="0" fontAlgn="base" hangingPunct="0">
              <a:spcBef>
                <a:spcPct val="20000"/>
              </a:spcBef>
              <a:spcAft>
                <a:spcPct val="0"/>
              </a:spcAft>
              <a:defRPr sz="2400">
                <a:solidFill>
                  <a:srgbClr val="003399"/>
                </a:solidFill>
                <a:latin typeface="Tahoma" panose="020B0604030504040204" pitchFamily="34" charset="0"/>
              </a:defRPr>
            </a:lvl9pPr>
          </a:lstStyle>
          <a:p>
            <a:pPr eaLnBrk="1" hangingPunct="1"/>
            <a:endParaRPr lang="en-US" altLang="en-US"/>
          </a:p>
        </p:txBody>
      </p:sp>
      <p:sp>
        <p:nvSpPr>
          <p:cNvPr id="20512" name="Text Box 38">
            <a:extLst>
              <a:ext uri="{FF2B5EF4-FFF2-40B4-BE49-F238E27FC236}">
                <a16:creationId xmlns:a16="http://schemas.microsoft.com/office/drawing/2014/main" id="{249C8599-CE5A-4318-BA54-59959547E106}"/>
              </a:ext>
            </a:extLst>
          </p:cNvPr>
          <p:cNvSpPr txBox="1">
            <a:spLocks noChangeArrowheads="1"/>
          </p:cNvSpPr>
          <p:nvPr/>
        </p:nvSpPr>
        <p:spPr bwMode="auto">
          <a:xfrm>
            <a:off x="2954338" y="4171950"/>
            <a:ext cx="1139825" cy="173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eaLnBrk="0" hangingPunct="0">
              <a:defRPr sz="2400">
                <a:solidFill>
                  <a:srgbClr val="003399"/>
                </a:solidFill>
                <a:latin typeface="Tahoma" panose="020B0604030504040204" pitchFamily="34" charset="0"/>
              </a:defRPr>
            </a:lvl1pPr>
            <a:lvl2pPr marL="742950" indent="-285750" eaLnBrk="0" hangingPunct="0">
              <a:defRPr sz="2400">
                <a:solidFill>
                  <a:srgbClr val="003399"/>
                </a:solidFill>
                <a:latin typeface="Tahoma" panose="020B0604030504040204" pitchFamily="34" charset="0"/>
              </a:defRPr>
            </a:lvl2pPr>
            <a:lvl3pPr marL="1143000" indent="-228600" eaLnBrk="0" hangingPunct="0">
              <a:defRPr sz="2400">
                <a:solidFill>
                  <a:srgbClr val="003399"/>
                </a:solidFill>
                <a:latin typeface="Tahoma" panose="020B0604030504040204" pitchFamily="34" charset="0"/>
              </a:defRPr>
            </a:lvl3pPr>
            <a:lvl4pPr marL="1600200" indent="-228600" eaLnBrk="0" hangingPunct="0">
              <a:defRPr sz="2400">
                <a:solidFill>
                  <a:srgbClr val="003399"/>
                </a:solidFill>
                <a:latin typeface="Tahoma" panose="020B0604030504040204" pitchFamily="34" charset="0"/>
              </a:defRPr>
            </a:lvl4pPr>
            <a:lvl5pPr marL="2057400" indent="-228600" eaLnBrk="0" hangingPunct="0">
              <a:defRPr sz="2400">
                <a:solidFill>
                  <a:srgbClr val="003399"/>
                </a:solidFill>
                <a:latin typeface="Tahoma" panose="020B0604030504040204" pitchFamily="34" charset="0"/>
              </a:defRPr>
            </a:lvl5pPr>
            <a:lvl6pPr marL="2514600" indent="-228600" eaLnBrk="0" fontAlgn="base" hangingPunct="0">
              <a:spcBef>
                <a:spcPct val="20000"/>
              </a:spcBef>
              <a:spcAft>
                <a:spcPct val="0"/>
              </a:spcAft>
              <a:defRPr sz="2400">
                <a:solidFill>
                  <a:srgbClr val="003399"/>
                </a:solidFill>
                <a:latin typeface="Tahoma" panose="020B0604030504040204" pitchFamily="34" charset="0"/>
              </a:defRPr>
            </a:lvl6pPr>
            <a:lvl7pPr marL="2971800" indent="-228600" eaLnBrk="0" fontAlgn="base" hangingPunct="0">
              <a:spcBef>
                <a:spcPct val="20000"/>
              </a:spcBef>
              <a:spcAft>
                <a:spcPct val="0"/>
              </a:spcAft>
              <a:defRPr sz="2400">
                <a:solidFill>
                  <a:srgbClr val="003399"/>
                </a:solidFill>
                <a:latin typeface="Tahoma" panose="020B0604030504040204" pitchFamily="34" charset="0"/>
              </a:defRPr>
            </a:lvl7pPr>
            <a:lvl8pPr marL="3429000" indent="-228600" eaLnBrk="0" fontAlgn="base" hangingPunct="0">
              <a:spcBef>
                <a:spcPct val="20000"/>
              </a:spcBef>
              <a:spcAft>
                <a:spcPct val="0"/>
              </a:spcAft>
              <a:defRPr sz="2400">
                <a:solidFill>
                  <a:srgbClr val="003399"/>
                </a:solidFill>
                <a:latin typeface="Tahoma" panose="020B0604030504040204" pitchFamily="34" charset="0"/>
              </a:defRPr>
            </a:lvl8pPr>
            <a:lvl9pPr marL="3886200" indent="-228600" eaLnBrk="0" fontAlgn="base" hangingPunct="0">
              <a:spcBef>
                <a:spcPct val="20000"/>
              </a:spcBef>
              <a:spcAft>
                <a:spcPct val="0"/>
              </a:spcAft>
              <a:defRPr sz="2400">
                <a:solidFill>
                  <a:srgbClr val="003399"/>
                </a:solidFill>
                <a:latin typeface="Tahoma" panose="020B0604030504040204" pitchFamily="34" charset="0"/>
              </a:defRPr>
            </a:lvl9pPr>
          </a:lstStyle>
          <a:p>
            <a:pPr algn="ctr" eaLnBrk="1" hangingPunct="1">
              <a:spcBef>
                <a:spcPct val="0"/>
              </a:spcBef>
            </a:pPr>
            <a:r>
              <a:rPr lang="en-GB" altLang="en-US" sz="1800"/>
              <a:t>object</a:t>
            </a:r>
          </a:p>
          <a:p>
            <a:pPr algn="ctr" eaLnBrk="1" hangingPunct="1">
              <a:spcBef>
                <a:spcPct val="0"/>
              </a:spcBef>
            </a:pPr>
            <a:r>
              <a:rPr lang="en-GB" altLang="en-US" sz="1800"/>
              <a:t>request</a:t>
            </a:r>
          </a:p>
          <a:p>
            <a:pPr algn="ctr" eaLnBrk="1" hangingPunct="1">
              <a:spcBef>
                <a:spcPct val="0"/>
              </a:spcBef>
            </a:pPr>
            <a:r>
              <a:rPr lang="en-GB" altLang="en-US" sz="1800"/>
              <a:t>broker</a:t>
            </a:r>
          </a:p>
          <a:p>
            <a:pPr algn="ctr" eaLnBrk="1" hangingPunct="1">
              <a:spcBef>
                <a:spcPct val="0"/>
              </a:spcBef>
            </a:pPr>
            <a:r>
              <a:rPr lang="en-GB" altLang="en-US" sz="1800"/>
              <a:t>/</a:t>
            </a:r>
          </a:p>
          <a:p>
            <a:pPr algn="ctr" eaLnBrk="1" hangingPunct="1">
              <a:spcBef>
                <a:spcPct val="0"/>
              </a:spcBef>
            </a:pPr>
            <a:r>
              <a:rPr lang="en-GB" altLang="en-US" sz="1800"/>
              <a:t>object</a:t>
            </a:r>
          </a:p>
          <a:p>
            <a:pPr algn="ctr" eaLnBrk="1" hangingPunct="1">
              <a:spcBef>
                <a:spcPct val="0"/>
              </a:spcBef>
            </a:pPr>
            <a:r>
              <a:rPr lang="en-GB" altLang="en-US" sz="1800"/>
              <a:t>manager</a:t>
            </a:r>
          </a:p>
        </p:txBody>
      </p:sp>
      <p:sp>
        <p:nvSpPr>
          <p:cNvPr id="20513" name="Text Box 39">
            <a:extLst>
              <a:ext uri="{FF2B5EF4-FFF2-40B4-BE49-F238E27FC236}">
                <a16:creationId xmlns:a16="http://schemas.microsoft.com/office/drawing/2014/main" id="{0F327EAA-2D48-49F5-B1A2-ED1FA89167D0}"/>
              </a:ext>
            </a:extLst>
          </p:cNvPr>
          <p:cNvSpPr txBox="1">
            <a:spLocks noChangeArrowheads="1"/>
          </p:cNvSpPr>
          <p:nvPr/>
        </p:nvSpPr>
        <p:spPr bwMode="auto">
          <a:xfrm>
            <a:off x="7380288" y="1052513"/>
            <a:ext cx="10541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eaLnBrk="0" hangingPunct="0">
              <a:defRPr sz="2400">
                <a:solidFill>
                  <a:srgbClr val="003399"/>
                </a:solidFill>
                <a:latin typeface="Tahoma" panose="020B0604030504040204" pitchFamily="34" charset="0"/>
              </a:defRPr>
            </a:lvl1pPr>
            <a:lvl2pPr marL="742950" indent="-285750" eaLnBrk="0" hangingPunct="0">
              <a:defRPr sz="2400">
                <a:solidFill>
                  <a:srgbClr val="003399"/>
                </a:solidFill>
                <a:latin typeface="Tahoma" panose="020B0604030504040204" pitchFamily="34" charset="0"/>
              </a:defRPr>
            </a:lvl2pPr>
            <a:lvl3pPr marL="1143000" indent="-228600" eaLnBrk="0" hangingPunct="0">
              <a:defRPr sz="2400">
                <a:solidFill>
                  <a:srgbClr val="003399"/>
                </a:solidFill>
                <a:latin typeface="Tahoma" panose="020B0604030504040204" pitchFamily="34" charset="0"/>
              </a:defRPr>
            </a:lvl3pPr>
            <a:lvl4pPr marL="1600200" indent="-228600" eaLnBrk="0" hangingPunct="0">
              <a:defRPr sz="2400">
                <a:solidFill>
                  <a:srgbClr val="003399"/>
                </a:solidFill>
                <a:latin typeface="Tahoma" panose="020B0604030504040204" pitchFamily="34" charset="0"/>
              </a:defRPr>
            </a:lvl4pPr>
            <a:lvl5pPr marL="2057400" indent="-228600" eaLnBrk="0" hangingPunct="0">
              <a:defRPr sz="2400">
                <a:solidFill>
                  <a:srgbClr val="003399"/>
                </a:solidFill>
                <a:latin typeface="Tahoma" panose="020B0604030504040204" pitchFamily="34" charset="0"/>
              </a:defRPr>
            </a:lvl5pPr>
            <a:lvl6pPr marL="2514600" indent="-228600" eaLnBrk="0" fontAlgn="base" hangingPunct="0">
              <a:spcBef>
                <a:spcPct val="20000"/>
              </a:spcBef>
              <a:spcAft>
                <a:spcPct val="0"/>
              </a:spcAft>
              <a:defRPr sz="2400">
                <a:solidFill>
                  <a:srgbClr val="003399"/>
                </a:solidFill>
                <a:latin typeface="Tahoma" panose="020B0604030504040204" pitchFamily="34" charset="0"/>
              </a:defRPr>
            </a:lvl6pPr>
            <a:lvl7pPr marL="2971800" indent="-228600" eaLnBrk="0" fontAlgn="base" hangingPunct="0">
              <a:spcBef>
                <a:spcPct val="20000"/>
              </a:spcBef>
              <a:spcAft>
                <a:spcPct val="0"/>
              </a:spcAft>
              <a:defRPr sz="2400">
                <a:solidFill>
                  <a:srgbClr val="003399"/>
                </a:solidFill>
                <a:latin typeface="Tahoma" panose="020B0604030504040204" pitchFamily="34" charset="0"/>
              </a:defRPr>
            </a:lvl7pPr>
            <a:lvl8pPr marL="3429000" indent="-228600" eaLnBrk="0" fontAlgn="base" hangingPunct="0">
              <a:spcBef>
                <a:spcPct val="20000"/>
              </a:spcBef>
              <a:spcAft>
                <a:spcPct val="0"/>
              </a:spcAft>
              <a:defRPr sz="2400">
                <a:solidFill>
                  <a:srgbClr val="003399"/>
                </a:solidFill>
                <a:latin typeface="Tahoma" panose="020B0604030504040204" pitchFamily="34" charset="0"/>
              </a:defRPr>
            </a:lvl8pPr>
            <a:lvl9pPr marL="3886200" indent="-228600" eaLnBrk="0" fontAlgn="base" hangingPunct="0">
              <a:spcBef>
                <a:spcPct val="20000"/>
              </a:spcBef>
              <a:spcAft>
                <a:spcPct val="0"/>
              </a:spcAft>
              <a:defRPr sz="2400">
                <a:solidFill>
                  <a:srgbClr val="003399"/>
                </a:solidFill>
                <a:latin typeface="Tahoma" panose="020B0604030504040204" pitchFamily="34" charset="0"/>
              </a:defRPr>
            </a:lvl9pPr>
          </a:lstStyle>
          <a:p>
            <a:pPr algn="ctr" eaLnBrk="1" hangingPunct="1">
              <a:spcBef>
                <a:spcPct val="0"/>
              </a:spcBef>
            </a:pPr>
            <a:endParaRPr lang="en-US" altLang="en-US" sz="1800"/>
          </a:p>
        </p:txBody>
      </p:sp>
      <p:sp>
        <p:nvSpPr>
          <p:cNvPr id="20514" name="AutoShape 40">
            <a:extLst>
              <a:ext uri="{FF2B5EF4-FFF2-40B4-BE49-F238E27FC236}">
                <a16:creationId xmlns:a16="http://schemas.microsoft.com/office/drawing/2014/main" id="{50CFD453-1F5F-4F21-A309-9E04F58C43E4}"/>
              </a:ext>
            </a:extLst>
          </p:cNvPr>
          <p:cNvSpPr>
            <a:spLocks noChangeArrowheads="1"/>
          </p:cNvSpPr>
          <p:nvPr/>
        </p:nvSpPr>
        <p:spPr bwMode="auto">
          <a:xfrm>
            <a:off x="5064125" y="4086225"/>
            <a:ext cx="1020763" cy="2209800"/>
          </a:xfrm>
          <a:prstGeom prst="roundRect">
            <a:avLst>
              <a:gd name="adj" fmla="val 50000"/>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rgbClr val="003399"/>
                </a:solidFill>
                <a:latin typeface="Tahoma" panose="020B0604030504040204" pitchFamily="34" charset="0"/>
              </a:defRPr>
            </a:lvl1pPr>
            <a:lvl2pPr marL="742950" indent="-285750" eaLnBrk="0" hangingPunct="0">
              <a:defRPr sz="2400">
                <a:solidFill>
                  <a:srgbClr val="003399"/>
                </a:solidFill>
                <a:latin typeface="Tahoma" panose="020B0604030504040204" pitchFamily="34" charset="0"/>
              </a:defRPr>
            </a:lvl2pPr>
            <a:lvl3pPr marL="1143000" indent="-228600" eaLnBrk="0" hangingPunct="0">
              <a:defRPr sz="2400">
                <a:solidFill>
                  <a:srgbClr val="003399"/>
                </a:solidFill>
                <a:latin typeface="Tahoma" panose="020B0604030504040204" pitchFamily="34" charset="0"/>
              </a:defRPr>
            </a:lvl3pPr>
            <a:lvl4pPr marL="1600200" indent="-228600" eaLnBrk="0" hangingPunct="0">
              <a:defRPr sz="2400">
                <a:solidFill>
                  <a:srgbClr val="003399"/>
                </a:solidFill>
                <a:latin typeface="Tahoma" panose="020B0604030504040204" pitchFamily="34" charset="0"/>
              </a:defRPr>
            </a:lvl4pPr>
            <a:lvl5pPr marL="2057400" indent="-228600" eaLnBrk="0" hangingPunct="0">
              <a:defRPr sz="2400">
                <a:solidFill>
                  <a:srgbClr val="003399"/>
                </a:solidFill>
                <a:latin typeface="Tahoma" panose="020B0604030504040204" pitchFamily="34" charset="0"/>
              </a:defRPr>
            </a:lvl5pPr>
            <a:lvl6pPr marL="2514600" indent="-228600" eaLnBrk="0" fontAlgn="base" hangingPunct="0">
              <a:spcBef>
                <a:spcPct val="20000"/>
              </a:spcBef>
              <a:spcAft>
                <a:spcPct val="0"/>
              </a:spcAft>
              <a:defRPr sz="2400">
                <a:solidFill>
                  <a:srgbClr val="003399"/>
                </a:solidFill>
                <a:latin typeface="Tahoma" panose="020B0604030504040204" pitchFamily="34" charset="0"/>
              </a:defRPr>
            </a:lvl6pPr>
            <a:lvl7pPr marL="2971800" indent="-228600" eaLnBrk="0" fontAlgn="base" hangingPunct="0">
              <a:spcBef>
                <a:spcPct val="20000"/>
              </a:spcBef>
              <a:spcAft>
                <a:spcPct val="0"/>
              </a:spcAft>
              <a:defRPr sz="2400">
                <a:solidFill>
                  <a:srgbClr val="003399"/>
                </a:solidFill>
                <a:latin typeface="Tahoma" panose="020B0604030504040204" pitchFamily="34" charset="0"/>
              </a:defRPr>
            </a:lvl7pPr>
            <a:lvl8pPr marL="3429000" indent="-228600" eaLnBrk="0" fontAlgn="base" hangingPunct="0">
              <a:spcBef>
                <a:spcPct val="20000"/>
              </a:spcBef>
              <a:spcAft>
                <a:spcPct val="0"/>
              </a:spcAft>
              <a:defRPr sz="2400">
                <a:solidFill>
                  <a:srgbClr val="003399"/>
                </a:solidFill>
                <a:latin typeface="Tahoma" panose="020B0604030504040204" pitchFamily="34" charset="0"/>
              </a:defRPr>
            </a:lvl8pPr>
            <a:lvl9pPr marL="3886200" indent="-228600" eaLnBrk="0" fontAlgn="base" hangingPunct="0">
              <a:spcBef>
                <a:spcPct val="20000"/>
              </a:spcBef>
              <a:spcAft>
                <a:spcPct val="0"/>
              </a:spcAft>
              <a:defRPr sz="2400">
                <a:solidFill>
                  <a:srgbClr val="003399"/>
                </a:solidFill>
                <a:latin typeface="Tahoma" panose="020B0604030504040204" pitchFamily="34" charset="0"/>
              </a:defRPr>
            </a:lvl9pPr>
          </a:lstStyle>
          <a:p>
            <a:pPr eaLnBrk="1" hangingPunct="1"/>
            <a:endParaRPr lang="en-US" altLang="en-US"/>
          </a:p>
        </p:txBody>
      </p:sp>
      <p:sp>
        <p:nvSpPr>
          <p:cNvPr id="20515" name="Text Box 42">
            <a:extLst>
              <a:ext uri="{FF2B5EF4-FFF2-40B4-BE49-F238E27FC236}">
                <a16:creationId xmlns:a16="http://schemas.microsoft.com/office/drawing/2014/main" id="{DFCD3A08-7388-42D9-8F8A-045439290B90}"/>
              </a:ext>
            </a:extLst>
          </p:cNvPr>
          <p:cNvSpPr txBox="1">
            <a:spLocks noChangeArrowheads="1"/>
          </p:cNvSpPr>
          <p:nvPr/>
        </p:nvSpPr>
        <p:spPr bwMode="auto">
          <a:xfrm>
            <a:off x="5003800" y="4149725"/>
            <a:ext cx="1139825" cy="173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eaLnBrk="0" hangingPunct="0">
              <a:defRPr sz="2400">
                <a:solidFill>
                  <a:srgbClr val="003399"/>
                </a:solidFill>
                <a:latin typeface="Tahoma" panose="020B0604030504040204" pitchFamily="34" charset="0"/>
              </a:defRPr>
            </a:lvl1pPr>
            <a:lvl2pPr marL="742950" indent="-285750" eaLnBrk="0" hangingPunct="0">
              <a:defRPr sz="2400">
                <a:solidFill>
                  <a:srgbClr val="003399"/>
                </a:solidFill>
                <a:latin typeface="Tahoma" panose="020B0604030504040204" pitchFamily="34" charset="0"/>
              </a:defRPr>
            </a:lvl2pPr>
            <a:lvl3pPr marL="1143000" indent="-228600" eaLnBrk="0" hangingPunct="0">
              <a:defRPr sz="2400">
                <a:solidFill>
                  <a:srgbClr val="003399"/>
                </a:solidFill>
                <a:latin typeface="Tahoma" panose="020B0604030504040204" pitchFamily="34" charset="0"/>
              </a:defRPr>
            </a:lvl3pPr>
            <a:lvl4pPr marL="1600200" indent="-228600" eaLnBrk="0" hangingPunct="0">
              <a:defRPr sz="2400">
                <a:solidFill>
                  <a:srgbClr val="003399"/>
                </a:solidFill>
                <a:latin typeface="Tahoma" panose="020B0604030504040204" pitchFamily="34" charset="0"/>
              </a:defRPr>
            </a:lvl4pPr>
            <a:lvl5pPr marL="2057400" indent="-228600" eaLnBrk="0" hangingPunct="0">
              <a:defRPr sz="2400">
                <a:solidFill>
                  <a:srgbClr val="003399"/>
                </a:solidFill>
                <a:latin typeface="Tahoma" panose="020B0604030504040204" pitchFamily="34" charset="0"/>
              </a:defRPr>
            </a:lvl5pPr>
            <a:lvl6pPr marL="2514600" indent="-228600" eaLnBrk="0" fontAlgn="base" hangingPunct="0">
              <a:spcBef>
                <a:spcPct val="20000"/>
              </a:spcBef>
              <a:spcAft>
                <a:spcPct val="0"/>
              </a:spcAft>
              <a:defRPr sz="2400">
                <a:solidFill>
                  <a:srgbClr val="003399"/>
                </a:solidFill>
                <a:latin typeface="Tahoma" panose="020B0604030504040204" pitchFamily="34" charset="0"/>
              </a:defRPr>
            </a:lvl6pPr>
            <a:lvl7pPr marL="2971800" indent="-228600" eaLnBrk="0" fontAlgn="base" hangingPunct="0">
              <a:spcBef>
                <a:spcPct val="20000"/>
              </a:spcBef>
              <a:spcAft>
                <a:spcPct val="0"/>
              </a:spcAft>
              <a:defRPr sz="2400">
                <a:solidFill>
                  <a:srgbClr val="003399"/>
                </a:solidFill>
                <a:latin typeface="Tahoma" panose="020B0604030504040204" pitchFamily="34" charset="0"/>
              </a:defRPr>
            </a:lvl7pPr>
            <a:lvl8pPr marL="3429000" indent="-228600" eaLnBrk="0" fontAlgn="base" hangingPunct="0">
              <a:spcBef>
                <a:spcPct val="20000"/>
              </a:spcBef>
              <a:spcAft>
                <a:spcPct val="0"/>
              </a:spcAft>
              <a:defRPr sz="2400">
                <a:solidFill>
                  <a:srgbClr val="003399"/>
                </a:solidFill>
                <a:latin typeface="Tahoma" panose="020B0604030504040204" pitchFamily="34" charset="0"/>
              </a:defRPr>
            </a:lvl8pPr>
            <a:lvl9pPr marL="3886200" indent="-228600" eaLnBrk="0" fontAlgn="base" hangingPunct="0">
              <a:spcBef>
                <a:spcPct val="20000"/>
              </a:spcBef>
              <a:spcAft>
                <a:spcPct val="0"/>
              </a:spcAft>
              <a:defRPr sz="2400">
                <a:solidFill>
                  <a:srgbClr val="003399"/>
                </a:solidFill>
                <a:latin typeface="Tahoma" panose="020B0604030504040204" pitchFamily="34" charset="0"/>
              </a:defRPr>
            </a:lvl9pPr>
          </a:lstStyle>
          <a:p>
            <a:pPr algn="ctr" eaLnBrk="1" hangingPunct="1">
              <a:spcBef>
                <a:spcPct val="0"/>
              </a:spcBef>
            </a:pPr>
            <a:r>
              <a:rPr lang="en-GB" altLang="en-US" sz="1800"/>
              <a:t>object</a:t>
            </a:r>
          </a:p>
          <a:p>
            <a:pPr algn="ctr" eaLnBrk="1" hangingPunct="1">
              <a:spcBef>
                <a:spcPct val="0"/>
              </a:spcBef>
            </a:pPr>
            <a:r>
              <a:rPr lang="en-GB" altLang="en-US" sz="1800"/>
              <a:t>request</a:t>
            </a:r>
          </a:p>
          <a:p>
            <a:pPr algn="ctr" eaLnBrk="1" hangingPunct="1">
              <a:spcBef>
                <a:spcPct val="0"/>
              </a:spcBef>
            </a:pPr>
            <a:r>
              <a:rPr lang="en-GB" altLang="en-US" sz="1800"/>
              <a:t>broker</a:t>
            </a:r>
          </a:p>
          <a:p>
            <a:pPr algn="ctr" eaLnBrk="1" hangingPunct="1">
              <a:spcBef>
                <a:spcPct val="0"/>
              </a:spcBef>
            </a:pPr>
            <a:r>
              <a:rPr lang="en-GB" altLang="en-US" sz="1800"/>
              <a:t>/</a:t>
            </a:r>
          </a:p>
          <a:p>
            <a:pPr algn="ctr" eaLnBrk="1" hangingPunct="1">
              <a:spcBef>
                <a:spcPct val="0"/>
              </a:spcBef>
            </a:pPr>
            <a:r>
              <a:rPr lang="en-GB" altLang="en-US" sz="1800"/>
              <a:t>object</a:t>
            </a:r>
          </a:p>
          <a:p>
            <a:pPr algn="ctr" eaLnBrk="1" hangingPunct="1">
              <a:spcBef>
                <a:spcPct val="0"/>
              </a:spcBef>
            </a:pPr>
            <a:r>
              <a:rPr lang="en-GB" altLang="en-US" sz="1800"/>
              <a:t>manager</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a:extLst>
              <a:ext uri="{FF2B5EF4-FFF2-40B4-BE49-F238E27FC236}">
                <a16:creationId xmlns:a16="http://schemas.microsoft.com/office/drawing/2014/main" id="{1AC48C1E-7A56-407F-8DE5-9197D2A6760D}"/>
              </a:ext>
            </a:extLst>
          </p:cNvPr>
          <p:cNvSpPr>
            <a:spLocks noGrp="1" noChangeArrowheads="1"/>
          </p:cNvSpPr>
          <p:nvPr>
            <p:ph type="title"/>
          </p:nvPr>
        </p:nvSpPr>
        <p:spPr>
          <a:xfrm>
            <a:off x="445770" y="92076"/>
            <a:ext cx="7886700" cy="588961"/>
          </a:xfrm>
        </p:spPr>
        <p:txBody>
          <a:bodyPr>
            <a:normAutofit fontScale="90000"/>
          </a:bodyPr>
          <a:lstStyle/>
          <a:p>
            <a:r>
              <a:rPr lang="en-US" altLang="en-US" dirty="0">
                <a:solidFill>
                  <a:srgbClr val="FF0000"/>
                </a:solidFill>
              </a:rPr>
              <a:t>Distributed object management</a:t>
            </a:r>
          </a:p>
        </p:txBody>
      </p:sp>
      <p:sp>
        <p:nvSpPr>
          <p:cNvPr id="117763" name="Rectangle 3">
            <a:extLst>
              <a:ext uri="{FF2B5EF4-FFF2-40B4-BE49-F238E27FC236}">
                <a16:creationId xmlns:a16="http://schemas.microsoft.com/office/drawing/2014/main" id="{E85C5EF7-6A52-4EB4-BFEE-CA974C405AB4}"/>
              </a:ext>
            </a:extLst>
          </p:cNvPr>
          <p:cNvSpPr>
            <a:spLocks noGrp="1" noChangeArrowheads="1"/>
          </p:cNvSpPr>
          <p:nvPr>
            <p:ph type="body" idx="1"/>
          </p:nvPr>
        </p:nvSpPr>
        <p:spPr>
          <a:xfrm>
            <a:off x="445770" y="781465"/>
            <a:ext cx="7886700" cy="2427923"/>
          </a:xfrm>
        </p:spPr>
        <p:txBody>
          <a:bodyPr>
            <a:normAutofit lnSpcReduction="10000"/>
          </a:bodyPr>
          <a:lstStyle/>
          <a:p>
            <a:r>
              <a:rPr lang="en-US" altLang="en-US" sz="2800" dirty="0"/>
              <a:t>Emphasis is on interoperability</a:t>
            </a:r>
          </a:p>
          <a:p>
            <a:pPr lvl="1"/>
            <a:r>
              <a:rPr lang="en-US" altLang="en-US" sz="2400" dirty="0"/>
              <a:t>Allows objects on one host to invoke methods of objects on another host</a:t>
            </a:r>
          </a:p>
          <a:p>
            <a:pPr lvl="1"/>
            <a:r>
              <a:rPr lang="en-US" altLang="en-US" sz="2400" dirty="0"/>
              <a:t>Platform, language independent</a:t>
            </a:r>
          </a:p>
          <a:p>
            <a:pPr lvl="1"/>
            <a:endParaRPr lang="en-US" altLang="en-US" sz="2400" dirty="0"/>
          </a:p>
          <a:p>
            <a:r>
              <a:rPr lang="en-US" altLang="en-US" dirty="0"/>
              <a:t>Interoperability</a:t>
            </a:r>
            <a:endParaRPr lang="en-US" altLang="en-US" sz="2800" dirty="0"/>
          </a:p>
        </p:txBody>
      </p:sp>
      <p:sp>
        <p:nvSpPr>
          <p:cNvPr id="4" name="AutoShape 3">
            <a:extLst>
              <a:ext uri="{FF2B5EF4-FFF2-40B4-BE49-F238E27FC236}">
                <a16:creationId xmlns:a16="http://schemas.microsoft.com/office/drawing/2014/main" id="{C7D6981B-E53A-49C8-9B29-955F723D56A3}"/>
              </a:ext>
            </a:extLst>
          </p:cNvPr>
          <p:cNvSpPr>
            <a:spLocks noChangeArrowheads="1"/>
          </p:cNvSpPr>
          <p:nvPr/>
        </p:nvSpPr>
        <p:spPr bwMode="ltGray">
          <a:xfrm>
            <a:off x="1219200" y="3212505"/>
            <a:ext cx="1143000" cy="838200"/>
          </a:xfrm>
          <a:prstGeom prst="roundRect">
            <a:avLst>
              <a:gd name="adj" fmla="val 16667"/>
            </a:avLst>
          </a:prstGeom>
          <a:gradFill rotWithShape="0">
            <a:gsLst>
              <a:gs pos="0">
                <a:schemeClr val="accent2"/>
              </a:gs>
              <a:gs pos="100000">
                <a:schemeClr val="accent2">
                  <a:gamma/>
                  <a:shade val="86275"/>
                  <a:invGamma/>
                </a:schemeClr>
              </a:gs>
            </a:gsLst>
            <a:lin ang="5400000" scaled="1"/>
          </a:gradFill>
          <a:ln w="38100">
            <a:solidFill>
              <a:schemeClr val="accent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a:t>Client</a:t>
            </a:r>
          </a:p>
        </p:txBody>
      </p:sp>
      <p:sp>
        <p:nvSpPr>
          <p:cNvPr id="5" name="AutoShape 4">
            <a:extLst>
              <a:ext uri="{FF2B5EF4-FFF2-40B4-BE49-F238E27FC236}">
                <a16:creationId xmlns:a16="http://schemas.microsoft.com/office/drawing/2014/main" id="{B56BB5C7-EE4E-49B2-8F85-DEF14EA94B6C}"/>
              </a:ext>
            </a:extLst>
          </p:cNvPr>
          <p:cNvSpPr>
            <a:spLocks noChangeArrowheads="1"/>
          </p:cNvSpPr>
          <p:nvPr/>
        </p:nvSpPr>
        <p:spPr bwMode="ltGray">
          <a:xfrm>
            <a:off x="6705600" y="3212505"/>
            <a:ext cx="1143000" cy="838200"/>
          </a:xfrm>
          <a:prstGeom prst="roundRect">
            <a:avLst>
              <a:gd name="adj" fmla="val 16667"/>
            </a:avLst>
          </a:prstGeom>
          <a:gradFill rotWithShape="0">
            <a:gsLst>
              <a:gs pos="0">
                <a:schemeClr val="accent2"/>
              </a:gs>
              <a:gs pos="100000">
                <a:schemeClr val="accent2">
                  <a:gamma/>
                  <a:shade val="86275"/>
                  <a:invGamma/>
                </a:schemeClr>
              </a:gs>
            </a:gsLst>
            <a:lin ang="5400000" scaled="1"/>
          </a:gradFill>
          <a:ln w="38100">
            <a:solidFill>
              <a:schemeClr val="accent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a:t>Server</a:t>
            </a:r>
          </a:p>
        </p:txBody>
      </p:sp>
      <p:cxnSp>
        <p:nvCxnSpPr>
          <p:cNvPr id="6" name="AutoShape 5">
            <a:extLst>
              <a:ext uri="{FF2B5EF4-FFF2-40B4-BE49-F238E27FC236}">
                <a16:creationId xmlns:a16="http://schemas.microsoft.com/office/drawing/2014/main" id="{5B6933E3-77E5-4C1C-97C4-FE380F61FC83}"/>
              </a:ext>
            </a:extLst>
          </p:cNvPr>
          <p:cNvCxnSpPr>
            <a:cxnSpLocks noChangeShapeType="1"/>
            <a:stCxn id="4" idx="3"/>
            <a:endCxn id="5" idx="1"/>
          </p:cNvCxnSpPr>
          <p:nvPr/>
        </p:nvCxnSpPr>
        <p:spPr bwMode="auto">
          <a:xfrm>
            <a:off x="2381250" y="3631605"/>
            <a:ext cx="4305300" cy="0"/>
          </a:xfrm>
          <a:prstGeom prst="straightConnector1">
            <a:avLst/>
          </a:prstGeom>
          <a:noFill/>
          <a:ln w="2857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 name="Text Box 6">
            <a:extLst>
              <a:ext uri="{FF2B5EF4-FFF2-40B4-BE49-F238E27FC236}">
                <a16:creationId xmlns:a16="http://schemas.microsoft.com/office/drawing/2014/main" id="{C90671B5-DEBE-4E4E-A0E9-B7BCBB0DF8B2}"/>
              </a:ext>
            </a:extLst>
          </p:cNvPr>
          <p:cNvSpPr txBox="1">
            <a:spLocks noChangeArrowheads="1"/>
          </p:cNvSpPr>
          <p:nvPr/>
        </p:nvSpPr>
        <p:spPr bwMode="blackWhite">
          <a:xfrm>
            <a:off x="1083609" y="4403338"/>
            <a:ext cx="7248861" cy="646331"/>
          </a:xfrm>
          <a:prstGeom prst="rect">
            <a:avLst/>
          </a:prstGeom>
          <a:solidFill>
            <a:schemeClr val="folHlink"/>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en-US" dirty="0">
                <a:solidFill>
                  <a:schemeClr val="bg2"/>
                </a:solidFill>
              </a:rPr>
              <a:t>Client object can invoke methods of server object, even if they are running on different platforms, written in different languages</a:t>
            </a:r>
          </a:p>
        </p:txBody>
      </p:sp>
      <p:sp>
        <p:nvSpPr>
          <p:cNvPr id="8" name="Text Box 3">
            <a:extLst>
              <a:ext uri="{FF2B5EF4-FFF2-40B4-BE49-F238E27FC236}">
                <a16:creationId xmlns:a16="http://schemas.microsoft.com/office/drawing/2014/main" id="{1377647E-92D4-4121-B62B-003A8A97ED75}"/>
              </a:ext>
            </a:extLst>
          </p:cNvPr>
          <p:cNvSpPr txBox="1">
            <a:spLocks noChangeArrowheads="1"/>
          </p:cNvSpPr>
          <p:nvPr/>
        </p:nvSpPr>
        <p:spPr bwMode="blackWhite">
          <a:xfrm>
            <a:off x="1588546" y="5150097"/>
            <a:ext cx="6260054" cy="1615827"/>
          </a:xfrm>
          <a:prstGeom prst="rect">
            <a:avLst/>
          </a:prstGeom>
          <a:solidFill>
            <a:schemeClr val="folHlink"/>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en-US" dirty="0">
                <a:solidFill>
                  <a:schemeClr val="bg2"/>
                </a:solidFill>
              </a:rPr>
              <a:t>Interoperability also requires:</a:t>
            </a:r>
          </a:p>
          <a:p>
            <a:pPr lvl="1">
              <a:spcBef>
                <a:spcPct val="50000"/>
              </a:spcBef>
              <a:buFontTx/>
              <a:buChar char="•"/>
            </a:pPr>
            <a:r>
              <a:rPr lang="en-US" altLang="en-US" dirty="0">
                <a:solidFill>
                  <a:schemeClr val="bg2"/>
                </a:solidFill>
              </a:rPr>
              <a:t> Common structure of data</a:t>
            </a:r>
          </a:p>
          <a:p>
            <a:pPr lvl="1">
              <a:spcBef>
                <a:spcPct val="50000"/>
              </a:spcBef>
              <a:buFontTx/>
              <a:buChar char="•"/>
            </a:pPr>
            <a:r>
              <a:rPr lang="en-US" altLang="en-US" dirty="0">
                <a:solidFill>
                  <a:schemeClr val="bg2"/>
                </a:solidFill>
              </a:rPr>
              <a:t> Common interpretation of data</a:t>
            </a:r>
          </a:p>
          <a:p>
            <a:pPr lvl="1">
              <a:spcBef>
                <a:spcPct val="50000"/>
              </a:spcBef>
              <a:buFontTx/>
              <a:buChar char="•"/>
            </a:pPr>
            <a:r>
              <a:rPr lang="en-US" altLang="en-US" dirty="0">
                <a:solidFill>
                  <a:schemeClr val="bg2"/>
                </a:solidFill>
              </a:rPr>
              <a:t> Agreement on protocols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a:extLst>
              <a:ext uri="{FF2B5EF4-FFF2-40B4-BE49-F238E27FC236}">
                <a16:creationId xmlns:a16="http://schemas.microsoft.com/office/drawing/2014/main" id="{72172892-9C97-4F17-AA8D-4A33938782AA}"/>
              </a:ext>
            </a:extLst>
          </p:cNvPr>
          <p:cNvSpPr>
            <a:spLocks noChangeArrowheads="1"/>
          </p:cNvSpPr>
          <p:nvPr/>
        </p:nvSpPr>
        <p:spPr bwMode="blackWhite">
          <a:xfrm>
            <a:off x="990600" y="2723321"/>
            <a:ext cx="5181600" cy="457200"/>
          </a:xfrm>
          <a:prstGeom prst="rect">
            <a:avLst/>
          </a:prstGeom>
          <a:gradFill rotWithShape="0">
            <a:gsLst>
              <a:gs pos="0">
                <a:srgbClr val="FC0128"/>
              </a:gs>
              <a:gs pos="100000">
                <a:srgbClr val="FC0128">
                  <a:gamma/>
                  <a:tint val="89804"/>
                  <a:invGamma/>
                </a:srgbClr>
              </a:gs>
            </a:gsLst>
            <a:lin ang="5400000" scaled="1"/>
          </a:gra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pPr algn="ctr"/>
            <a:r>
              <a:rPr lang="en-US" altLang="en-US">
                <a:latin typeface="Arial" panose="020B0604020202020204" pitchFamily="34" charset="0"/>
              </a:rPr>
              <a:t>IP</a:t>
            </a:r>
          </a:p>
        </p:txBody>
      </p:sp>
      <p:sp>
        <p:nvSpPr>
          <p:cNvPr id="139267" name="Rectangle 3">
            <a:extLst>
              <a:ext uri="{FF2B5EF4-FFF2-40B4-BE49-F238E27FC236}">
                <a16:creationId xmlns:a16="http://schemas.microsoft.com/office/drawing/2014/main" id="{C093EC4A-7FA5-4789-A667-EFB83C922DE2}"/>
              </a:ext>
            </a:extLst>
          </p:cNvPr>
          <p:cNvSpPr>
            <a:spLocks noChangeArrowheads="1"/>
          </p:cNvSpPr>
          <p:nvPr/>
        </p:nvSpPr>
        <p:spPr bwMode="blackWhite">
          <a:xfrm>
            <a:off x="990600" y="2113721"/>
            <a:ext cx="990600" cy="609600"/>
          </a:xfrm>
          <a:prstGeom prst="rect">
            <a:avLst/>
          </a:prstGeom>
          <a:gradFill rotWithShape="0">
            <a:gsLst>
              <a:gs pos="0">
                <a:srgbClr val="F95AB7"/>
              </a:gs>
              <a:gs pos="100000">
                <a:srgbClr val="F95AB7">
                  <a:gamma/>
                  <a:shade val="69804"/>
                  <a:invGamma/>
                </a:srgbClr>
              </a:gs>
            </a:gsLst>
            <a:lin ang="5400000" scaled="1"/>
          </a:gra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pPr algn="ctr"/>
            <a:r>
              <a:rPr lang="en-US" altLang="en-US" dirty="0">
                <a:latin typeface="Arial" panose="020B0604020202020204" pitchFamily="34" charset="0"/>
              </a:rPr>
              <a:t>OS 1</a:t>
            </a:r>
          </a:p>
        </p:txBody>
      </p:sp>
      <p:sp>
        <p:nvSpPr>
          <p:cNvPr id="139268" name="Rectangle 4">
            <a:extLst>
              <a:ext uri="{FF2B5EF4-FFF2-40B4-BE49-F238E27FC236}">
                <a16:creationId xmlns:a16="http://schemas.microsoft.com/office/drawing/2014/main" id="{9DA2B3A7-FA93-4314-AD8B-C7E6DF24EC9E}"/>
              </a:ext>
            </a:extLst>
          </p:cNvPr>
          <p:cNvSpPr>
            <a:spLocks noChangeArrowheads="1"/>
          </p:cNvSpPr>
          <p:nvPr/>
        </p:nvSpPr>
        <p:spPr bwMode="blackWhite">
          <a:xfrm>
            <a:off x="3048000" y="2113721"/>
            <a:ext cx="990600" cy="609600"/>
          </a:xfrm>
          <a:prstGeom prst="rect">
            <a:avLst/>
          </a:prstGeom>
          <a:gradFill rotWithShape="0">
            <a:gsLst>
              <a:gs pos="0">
                <a:srgbClr val="F95AB7"/>
              </a:gs>
              <a:gs pos="100000">
                <a:srgbClr val="F95AB7">
                  <a:gamma/>
                  <a:shade val="69804"/>
                  <a:invGamma/>
                </a:srgbClr>
              </a:gs>
            </a:gsLst>
            <a:lin ang="5400000" scaled="1"/>
          </a:gra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pPr algn="ctr"/>
            <a:r>
              <a:rPr lang="en-US" altLang="en-US">
                <a:latin typeface="Arial" panose="020B0604020202020204" pitchFamily="34" charset="0"/>
              </a:rPr>
              <a:t>OS 2</a:t>
            </a:r>
          </a:p>
        </p:txBody>
      </p:sp>
      <p:sp>
        <p:nvSpPr>
          <p:cNvPr id="139269" name="Rectangle 5">
            <a:extLst>
              <a:ext uri="{FF2B5EF4-FFF2-40B4-BE49-F238E27FC236}">
                <a16:creationId xmlns:a16="http://schemas.microsoft.com/office/drawing/2014/main" id="{1DB78E81-FE13-4710-A96C-7C83B0CE90A2}"/>
              </a:ext>
            </a:extLst>
          </p:cNvPr>
          <p:cNvSpPr>
            <a:spLocks noChangeArrowheads="1"/>
          </p:cNvSpPr>
          <p:nvPr/>
        </p:nvSpPr>
        <p:spPr bwMode="blackWhite">
          <a:xfrm>
            <a:off x="5181600" y="2113721"/>
            <a:ext cx="990600" cy="609600"/>
          </a:xfrm>
          <a:prstGeom prst="rect">
            <a:avLst/>
          </a:prstGeom>
          <a:gradFill rotWithShape="0">
            <a:gsLst>
              <a:gs pos="0">
                <a:srgbClr val="F95AB7"/>
              </a:gs>
              <a:gs pos="100000">
                <a:srgbClr val="F95AB7">
                  <a:gamma/>
                  <a:shade val="69804"/>
                  <a:invGamma/>
                </a:srgbClr>
              </a:gs>
            </a:gsLst>
            <a:lin ang="5400000" scaled="1"/>
          </a:gra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pPr algn="ctr"/>
            <a:r>
              <a:rPr lang="en-US" altLang="en-US">
                <a:latin typeface="Arial" panose="020B0604020202020204" pitchFamily="34" charset="0"/>
              </a:rPr>
              <a:t>OS 3</a:t>
            </a:r>
          </a:p>
        </p:txBody>
      </p:sp>
      <p:sp>
        <p:nvSpPr>
          <p:cNvPr id="139270" name="Rectangle 6">
            <a:extLst>
              <a:ext uri="{FF2B5EF4-FFF2-40B4-BE49-F238E27FC236}">
                <a16:creationId xmlns:a16="http://schemas.microsoft.com/office/drawing/2014/main" id="{027DF3ED-6294-4CCB-9098-2E15D16464F3}"/>
              </a:ext>
            </a:extLst>
          </p:cNvPr>
          <p:cNvSpPr>
            <a:spLocks noChangeArrowheads="1"/>
          </p:cNvSpPr>
          <p:nvPr/>
        </p:nvSpPr>
        <p:spPr bwMode="blackWhite">
          <a:xfrm>
            <a:off x="990600" y="1808921"/>
            <a:ext cx="990600" cy="304800"/>
          </a:xfrm>
          <a:prstGeom prst="rect">
            <a:avLst/>
          </a:prstGeom>
          <a:gradFill rotWithShape="0">
            <a:gsLst>
              <a:gs pos="0">
                <a:srgbClr val="F57B49"/>
              </a:gs>
              <a:gs pos="100000">
                <a:srgbClr val="F57B49">
                  <a:gamma/>
                  <a:shade val="69804"/>
                  <a:invGamma/>
                </a:srgbClr>
              </a:gs>
            </a:gsLst>
            <a:lin ang="5400000" scaled="1"/>
          </a:gra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9271" name="Rectangle 7">
            <a:extLst>
              <a:ext uri="{FF2B5EF4-FFF2-40B4-BE49-F238E27FC236}">
                <a16:creationId xmlns:a16="http://schemas.microsoft.com/office/drawing/2014/main" id="{5D2E2F2F-9AD4-46E1-AE89-E773191BB42F}"/>
              </a:ext>
            </a:extLst>
          </p:cNvPr>
          <p:cNvSpPr>
            <a:spLocks noChangeArrowheads="1"/>
          </p:cNvSpPr>
          <p:nvPr/>
        </p:nvSpPr>
        <p:spPr bwMode="blackWhite">
          <a:xfrm>
            <a:off x="3048000" y="1808921"/>
            <a:ext cx="990600" cy="304800"/>
          </a:xfrm>
          <a:prstGeom prst="rect">
            <a:avLst/>
          </a:prstGeom>
          <a:gradFill rotWithShape="0">
            <a:gsLst>
              <a:gs pos="0">
                <a:srgbClr val="F57B49"/>
              </a:gs>
              <a:gs pos="100000">
                <a:srgbClr val="F57B49">
                  <a:gamma/>
                  <a:shade val="69804"/>
                  <a:invGamma/>
                </a:srgbClr>
              </a:gs>
            </a:gsLst>
            <a:lin ang="5400000" scaled="1"/>
          </a:gra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9272" name="Rectangle 8">
            <a:extLst>
              <a:ext uri="{FF2B5EF4-FFF2-40B4-BE49-F238E27FC236}">
                <a16:creationId xmlns:a16="http://schemas.microsoft.com/office/drawing/2014/main" id="{10E24449-54E8-41B9-A870-D8EEB3DA438B}"/>
              </a:ext>
            </a:extLst>
          </p:cNvPr>
          <p:cNvSpPr>
            <a:spLocks noChangeArrowheads="1"/>
          </p:cNvSpPr>
          <p:nvPr/>
        </p:nvSpPr>
        <p:spPr bwMode="blackWhite">
          <a:xfrm>
            <a:off x="5181600" y="1808921"/>
            <a:ext cx="990600" cy="304800"/>
          </a:xfrm>
          <a:prstGeom prst="rect">
            <a:avLst/>
          </a:prstGeom>
          <a:gradFill rotWithShape="0">
            <a:gsLst>
              <a:gs pos="0">
                <a:srgbClr val="F57B49"/>
              </a:gs>
              <a:gs pos="100000">
                <a:srgbClr val="F57B49">
                  <a:gamma/>
                  <a:shade val="69804"/>
                  <a:invGamma/>
                </a:srgbClr>
              </a:gs>
            </a:gsLst>
            <a:lin ang="5400000" scaled="1"/>
          </a:gra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9273" name="Rectangle 9">
            <a:extLst>
              <a:ext uri="{FF2B5EF4-FFF2-40B4-BE49-F238E27FC236}">
                <a16:creationId xmlns:a16="http://schemas.microsoft.com/office/drawing/2014/main" id="{4586B9B7-2D98-47D7-B828-74910C783F68}"/>
              </a:ext>
            </a:extLst>
          </p:cNvPr>
          <p:cNvSpPr>
            <a:spLocks noChangeArrowheads="1"/>
          </p:cNvSpPr>
          <p:nvPr/>
        </p:nvSpPr>
        <p:spPr bwMode="auto">
          <a:xfrm>
            <a:off x="2209800" y="1426106"/>
            <a:ext cx="2681288"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en-US" sz="2000">
                <a:latin typeface="Arial" panose="020B0604020202020204" pitchFamily="34" charset="0"/>
              </a:rPr>
              <a:t>Distributed application</a:t>
            </a:r>
          </a:p>
        </p:txBody>
      </p:sp>
      <p:sp>
        <p:nvSpPr>
          <p:cNvPr id="139274" name="Rectangle 10">
            <a:extLst>
              <a:ext uri="{FF2B5EF4-FFF2-40B4-BE49-F238E27FC236}">
                <a16:creationId xmlns:a16="http://schemas.microsoft.com/office/drawing/2014/main" id="{174A4378-33D1-456F-9E32-B74ABC2C03D2}"/>
              </a:ext>
            </a:extLst>
          </p:cNvPr>
          <p:cNvSpPr>
            <a:spLocks noChangeArrowheads="1"/>
          </p:cNvSpPr>
          <p:nvPr/>
        </p:nvSpPr>
        <p:spPr bwMode="blackWhite">
          <a:xfrm>
            <a:off x="990600" y="6056243"/>
            <a:ext cx="5181600" cy="457200"/>
          </a:xfrm>
          <a:prstGeom prst="rect">
            <a:avLst/>
          </a:prstGeom>
          <a:gradFill rotWithShape="0">
            <a:gsLst>
              <a:gs pos="0">
                <a:srgbClr val="FC0128"/>
              </a:gs>
              <a:gs pos="100000">
                <a:srgbClr val="FC0128">
                  <a:gamma/>
                  <a:tint val="89804"/>
                  <a:invGamma/>
                </a:srgbClr>
              </a:gs>
            </a:gsLst>
            <a:lin ang="5400000" scaled="1"/>
          </a:gra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pPr algn="ctr"/>
            <a:r>
              <a:rPr lang="en-US" altLang="en-US">
                <a:latin typeface="Arial" panose="020B0604020202020204" pitchFamily="34" charset="0"/>
              </a:rPr>
              <a:t>IP</a:t>
            </a:r>
          </a:p>
        </p:txBody>
      </p:sp>
      <p:sp>
        <p:nvSpPr>
          <p:cNvPr id="139275" name="Rectangle 11">
            <a:extLst>
              <a:ext uri="{FF2B5EF4-FFF2-40B4-BE49-F238E27FC236}">
                <a16:creationId xmlns:a16="http://schemas.microsoft.com/office/drawing/2014/main" id="{B553EC01-416A-43EC-8FFD-49623439D4BA}"/>
              </a:ext>
            </a:extLst>
          </p:cNvPr>
          <p:cNvSpPr>
            <a:spLocks noChangeArrowheads="1"/>
          </p:cNvSpPr>
          <p:nvPr/>
        </p:nvSpPr>
        <p:spPr bwMode="blackWhite">
          <a:xfrm>
            <a:off x="990600" y="5446643"/>
            <a:ext cx="990600" cy="609600"/>
          </a:xfrm>
          <a:prstGeom prst="rect">
            <a:avLst/>
          </a:prstGeom>
          <a:gradFill rotWithShape="0">
            <a:gsLst>
              <a:gs pos="0">
                <a:srgbClr val="F95AB7"/>
              </a:gs>
              <a:gs pos="100000">
                <a:srgbClr val="F95AB7">
                  <a:gamma/>
                  <a:shade val="69804"/>
                  <a:invGamma/>
                </a:srgbClr>
              </a:gs>
            </a:gsLst>
            <a:lin ang="5400000" scaled="1"/>
          </a:gra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pPr algn="ctr"/>
            <a:r>
              <a:rPr lang="en-US" altLang="en-US">
                <a:latin typeface="Arial" panose="020B0604020202020204" pitchFamily="34" charset="0"/>
              </a:rPr>
              <a:t>OS 1</a:t>
            </a:r>
          </a:p>
        </p:txBody>
      </p:sp>
      <p:sp>
        <p:nvSpPr>
          <p:cNvPr id="139276" name="Rectangle 12">
            <a:extLst>
              <a:ext uri="{FF2B5EF4-FFF2-40B4-BE49-F238E27FC236}">
                <a16:creationId xmlns:a16="http://schemas.microsoft.com/office/drawing/2014/main" id="{D42EAB21-128F-4ABB-8530-49596628F3CC}"/>
              </a:ext>
            </a:extLst>
          </p:cNvPr>
          <p:cNvSpPr>
            <a:spLocks noChangeArrowheads="1"/>
          </p:cNvSpPr>
          <p:nvPr/>
        </p:nvSpPr>
        <p:spPr bwMode="blackWhite">
          <a:xfrm>
            <a:off x="3048000" y="5446643"/>
            <a:ext cx="990600" cy="609600"/>
          </a:xfrm>
          <a:prstGeom prst="rect">
            <a:avLst/>
          </a:prstGeom>
          <a:gradFill rotWithShape="0">
            <a:gsLst>
              <a:gs pos="0">
                <a:srgbClr val="F95AB7"/>
              </a:gs>
              <a:gs pos="100000">
                <a:srgbClr val="F95AB7">
                  <a:gamma/>
                  <a:shade val="69804"/>
                  <a:invGamma/>
                </a:srgbClr>
              </a:gs>
            </a:gsLst>
            <a:lin ang="5400000" scaled="1"/>
          </a:gra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pPr algn="ctr"/>
            <a:r>
              <a:rPr lang="en-US" altLang="en-US">
                <a:latin typeface="Arial" panose="020B0604020202020204" pitchFamily="34" charset="0"/>
              </a:rPr>
              <a:t>OS 2</a:t>
            </a:r>
          </a:p>
        </p:txBody>
      </p:sp>
      <p:sp>
        <p:nvSpPr>
          <p:cNvPr id="139277" name="Rectangle 13">
            <a:extLst>
              <a:ext uri="{FF2B5EF4-FFF2-40B4-BE49-F238E27FC236}">
                <a16:creationId xmlns:a16="http://schemas.microsoft.com/office/drawing/2014/main" id="{D94EFEF8-5863-48D5-B015-CA2172AEE021}"/>
              </a:ext>
            </a:extLst>
          </p:cNvPr>
          <p:cNvSpPr>
            <a:spLocks noChangeArrowheads="1"/>
          </p:cNvSpPr>
          <p:nvPr/>
        </p:nvSpPr>
        <p:spPr bwMode="blackWhite">
          <a:xfrm>
            <a:off x="5181600" y="5446643"/>
            <a:ext cx="990600" cy="609600"/>
          </a:xfrm>
          <a:prstGeom prst="rect">
            <a:avLst/>
          </a:prstGeom>
          <a:gradFill rotWithShape="0">
            <a:gsLst>
              <a:gs pos="0">
                <a:srgbClr val="F95AB7"/>
              </a:gs>
              <a:gs pos="100000">
                <a:srgbClr val="F95AB7">
                  <a:gamma/>
                  <a:shade val="69804"/>
                  <a:invGamma/>
                </a:srgbClr>
              </a:gs>
            </a:gsLst>
            <a:lin ang="5400000" scaled="1"/>
          </a:gra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pPr algn="ctr"/>
            <a:r>
              <a:rPr lang="en-US" altLang="en-US">
                <a:latin typeface="Arial" panose="020B0604020202020204" pitchFamily="34" charset="0"/>
              </a:rPr>
              <a:t>OS 3</a:t>
            </a:r>
          </a:p>
        </p:txBody>
      </p:sp>
      <p:sp>
        <p:nvSpPr>
          <p:cNvPr id="139278" name="Rectangle 14">
            <a:extLst>
              <a:ext uri="{FF2B5EF4-FFF2-40B4-BE49-F238E27FC236}">
                <a16:creationId xmlns:a16="http://schemas.microsoft.com/office/drawing/2014/main" id="{922AE270-9622-4224-AD3A-2222878DBBF3}"/>
              </a:ext>
            </a:extLst>
          </p:cNvPr>
          <p:cNvSpPr>
            <a:spLocks noChangeArrowheads="1"/>
          </p:cNvSpPr>
          <p:nvPr/>
        </p:nvSpPr>
        <p:spPr bwMode="blackWhite">
          <a:xfrm>
            <a:off x="990600" y="4989443"/>
            <a:ext cx="5181600" cy="457200"/>
          </a:xfrm>
          <a:prstGeom prst="rect">
            <a:avLst/>
          </a:prstGeom>
          <a:solidFill>
            <a:schemeClr val="tx2"/>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pPr algn="ctr"/>
            <a:r>
              <a:rPr lang="en-US" altLang="en-US" sz="2000">
                <a:solidFill>
                  <a:schemeClr val="bg2"/>
                </a:solidFill>
                <a:latin typeface="Arial" panose="020B0604020202020204" pitchFamily="34" charset="0"/>
              </a:rPr>
              <a:t>Distributed object management middleware</a:t>
            </a:r>
          </a:p>
        </p:txBody>
      </p:sp>
      <p:sp>
        <p:nvSpPr>
          <p:cNvPr id="139279" name="Rectangle 15">
            <a:extLst>
              <a:ext uri="{FF2B5EF4-FFF2-40B4-BE49-F238E27FC236}">
                <a16:creationId xmlns:a16="http://schemas.microsoft.com/office/drawing/2014/main" id="{CEEA2F1F-3377-4D1C-A06F-2B274BB89B06}"/>
              </a:ext>
            </a:extLst>
          </p:cNvPr>
          <p:cNvSpPr>
            <a:spLocks noChangeArrowheads="1"/>
          </p:cNvSpPr>
          <p:nvPr/>
        </p:nvSpPr>
        <p:spPr bwMode="blackWhite">
          <a:xfrm>
            <a:off x="990600" y="4532243"/>
            <a:ext cx="5181600" cy="457200"/>
          </a:xfrm>
          <a:prstGeom prst="rect">
            <a:avLst/>
          </a:prstGeom>
          <a:gradFill rotWithShape="0">
            <a:gsLst>
              <a:gs pos="0">
                <a:srgbClr val="F57B49"/>
              </a:gs>
              <a:gs pos="100000">
                <a:srgbClr val="F57B49">
                  <a:gamma/>
                  <a:shade val="69804"/>
                  <a:invGamma/>
                </a:srgbClr>
              </a:gs>
            </a:gsLst>
            <a:lin ang="5400000" scaled="1"/>
          </a:gra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pPr algn="ctr"/>
            <a:r>
              <a:rPr lang="en-US" altLang="en-US" sz="2000">
                <a:latin typeface="Arial" panose="020B0604020202020204" pitchFamily="34" charset="0"/>
              </a:rPr>
              <a:t>Distributed application</a:t>
            </a:r>
          </a:p>
        </p:txBody>
      </p:sp>
      <p:sp>
        <p:nvSpPr>
          <p:cNvPr id="139280" name="Line 16">
            <a:extLst>
              <a:ext uri="{FF2B5EF4-FFF2-40B4-BE49-F238E27FC236}">
                <a16:creationId xmlns:a16="http://schemas.microsoft.com/office/drawing/2014/main" id="{70A6DF06-750F-41B9-95C7-E18F5181212C}"/>
              </a:ext>
            </a:extLst>
          </p:cNvPr>
          <p:cNvSpPr>
            <a:spLocks noChangeShapeType="1"/>
          </p:cNvSpPr>
          <p:nvPr/>
        </p:nvSpPr>
        <p:spPr bwMode="auto">
          <a:xfrm>
            <a:off x="863600" y="4989443"/>
            <a:ext cx="59690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9281" name="Line 17">
            <a:extLst>
              <a:ext uri="{FF2B5EF4-FFF2-40B4-BE49-F238E27FC236}">
                <a16:creationId xmlns:a16="http://schemas.microsoft.com/office/drawing/2014/main" id="{B60A929C-A26F-4A94-9EAA-7F3F623966EE}"/>
              </a:ext>
            </a:extLst>
          </p:cNvPr>
          <p:cNvSpPr>
            <a:spLocks noChangeShapeType="1"/>
          </p:cNvSpPr>
          <p:nvPr/>
        </p:nvSpPr>
        <p:spPr bwMode="auto">
          <a:xfrm>
            <a:off x="863600" y="6056243"/>
            <a:ext cx="59690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9282" name="Line 18">
            <a:extLst>
              <a:ext uri="{FF2B5EF4-FFF2-40B4-BE49-F238E27FC236}">
                <a16:creationId xmlns:a16="http://schemas.microsoft.com/office/drawing/2014/main" id="{962744E1-F520-4DB6-8C87-D12DAED99B86}"/>
              </a:ext>
            </a:extLst>
          </p:cNvPr>
          <p:cNvSpPr>
            <a:spLocks noChangeShapeType="1"/>
          </p:cNvSpPr>
          <p:nvPr/>
        </p:nvSpPr>
        <p:spPr bwMode="auto">
          <a:xfrm>
            <a:off x="787400" y="2723321"/>
            <a:ext cx="59690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9283" name="Rectangle 19">
            <a:extLst>
              <a:ext uri="{FF2B5EF4-FFF2-40B4-BE49-F238E27FC236}">
                <a16:creationId xmlns:a16="http://schemas.microsoft.com/office/drawing/2014/main" id="{7EDBA455-EBEA-4008-AA26-3F68DB9C1E48}"/>
              </a:ext>
            </a:extLst>
          </p:cNvPr>
          <p:cNvSpPr>
            <a:spLocks noChangeArrowheads="1"/>
          </p:cNvSpPr>
          <p:nvPr/>
        </p:nvSpPr>
        <p:spPr bwMode="auto">
          <a:xfrm>
            <a:off x="7391400" y="5446643"/>
            <a:ext cx="1255713" cy="698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en-US" sz="2000">
                <a:latin typeface="Arial" panose="020B0604020202020204" pitchFamily="34" charset="0"/>
              </a:rPr>
              <a:t>Spanning</a:t>
            </a:r>
          </a:p>
          <a:p>
            <a:r>
              <a:rPr lang="en-US" altLang="en-US" sz="2000">
                <a:latin typeface="Arial" panose="020B0604020202020204" pitchFamily="34" charset="0"/>
              </a:rPr>
              <a:t>layer</a:t>
            </a:r>
          </a:p>
        </p:txBody>
      </p:sp>
      <p:sp>
        <p:nvSpPr>
          <p:cNvPr id="139285" name="Line 21">
            <a:extLst>
              <a:ext uri="{FF2B5EF4-FFF2-40B4-BE49-F238E27FC236}">
                <a16:creationId xmlns:a16="http://schemas.microsoft.com/office/drawing/2014/main" id="{595BCE46-051A-4CD0-BA93-DFC23ED7C72A}"/>
              </a:ext>
            </a:extLst>
          </p:cNvPr>
          <p:cNvSpPr>
            <a:spLocks noChangeShapeType="1"/>
          </p:cNvSpPr>
          <p:nvPr/>
        </p:nvSpPr>
        <p:spPr bwMode="auto">
          <a:xfrm flipH="1" flipV="1">
            <a:off x="6299200" y="5294243"/>
            <a:ext cx="1092200" cy="60960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9288" name="Rectangle 24">
            <a:extLst>
              <a:ext uri="{FF2B5EF4-FFF2-40B4-BE49-F238E27FC236}">
                <a16:creationId xmlns:a16="http://schemas.microsoft.com/office/drawing/2014/main" id="{3BFBCC4E-C362-4C07-B6B9-E7A655A0A49E}"/>
              </a:ext>
            </a:extLst>
          </p:cNvPr>
          <p:cNvSpPr>
            <a:spLocks noGrp="1" noChangeArrowheads="1"/>
          </p:cNvSpPr>
          <p:nvPr>
            <p:ph type="title"/>
          </p:nvPr>
        </p:nvSpPr>
        <p:spPr>
          <a:xfrm>
            <a:off x="628650" y="365127"/>
            <a:ext cx="7886700" cy="681796"/>
          </a:xfrm>
        </p:spPr>
        <p:txBody>
          <a:bodyPr>
            <a:normAutofit fontScale="90000"/>
          </a:bodyPr>
          <a:lstStyle/>
          <a:p>
            <a:r>
              <a:rPr lang="en-US" altLang="en-US" dirty="0">
                <a:solidFill>
                  <a:srgbClr val="FF0000"/>
                </a:solidFill>
              </a:rPr>
              <a:t>Before and after</a:t>
            </a:r>
          </a:p>
        </p:txBody>
      </p:sp>
      <p:sp>
        <p:nvSpPr>
          <p:cNvPr id="2" name="TextBox 1"/>
          <p:cNvSpPr txBox="1"/>
          <p:nvPr/>
        </p:nvSpPr>
        <p:spPr>
          <a:xfrm>
            <a:off x="7182678" y="1885121"/>
            <a:ext cx="1643270" cy="400110"/>
          </a:xfrm>
          <a:prstGeom prst="rect">
            <a:avLst/>
          </a:prstGeom>
          <a:noFill/>
        </p:spPr>
        <p:txBody>
          <a:bodyPr wrap="square" rtlCol="0">
            <a:spAutoFit/>
          </a:bodyPr>
          <a:lstStyle/>
          <a:p>
            <a:r>
              <a:rPr lang="en-US" sz="2000" dirty="0"/>
              <a:t>Before</a:t>
            </a:r>
          </a:p>
        </p:txBody>
      </p:sp>
      <p:sp>
        <p:nvSpPr>
          <p:cNvPr id="25" name="TextBox 24"/>
          <p:cNvSpPr txBox="1"/>
          <p:nvPr/>
        </p:nvSpPr>
        <p:spPr>
          <a:xfrm>
            <a:off x="7182678" y="4665535"/>
            <a:ext cx="1643270" cy="400110"/>
          </a:xfrm>
          <a:prstGeom prst="rect">
            <a:avLst/>
          </a:prstGeom>
          <a:noFill/>
        </p:spPr>
        <p:txBody>
          <a:bodyPr wrap="square" rtlCol="0">
            <a:spAutoFit/>
          </a:bodyPr>
          <a:lstStyle/>
          <a:p>
            <a:r>
              <a:rPr lang="en-US" sz="2000" dirty="0"/>
              <a:t>After</a:t>
            </a: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4">
            <a:extLst>
              <a:ext uri="{FF2B5EF4-FFF2-40B4-BE49-F238E27FC236}">
                <a16:creationId xmlns:a16="http://schemas.microsoft.com/office/drawing/2014/main" id="{253CC412-573F-48C6-8399-D36B2648FC9B}"/>
              </a:ext>
            </a:extLst>
          </p:cNvPr>
          <p:cNvSpPr>
            <a:spLocks noGrp="1" noChangeArrowheads="1"/>
          </p:cNvSpPr>
          <p:nvPr>
            <p:ph type="title"/>
          </p:nvPr>
        </p:nvSpPr>
        <p:spPr/>
        <p:txBody>
          <a:bodyPr/>
          <a:lstStyle/>
          <a:p>
            <a:pPr eaLnBrk="1" hangingPunct="1"/>
            <a:r>
              <a:rPr lang="en-US" altLang="en-US" dirty="0">
                <a:solidFill>
                  <a:srgbClr val="FF0000"/>
                </a:solidFill>
              </a:rPr>
              <a:t>Distributed Objects</a:t>
            </a:r>
          </a:p>
        </p:txBody>
      </p:sp>
      <p:sp>
        <p:nvSpPr>
          <p:cNvPr id="37891" name="Date Placeholder 3">
            <a:extLst>
              <a:ext uri="{FF2B5EF4-FFF2-40B4-BE49-F238E27FC236}">
                <a16:creationId xmlns:a16="http://schemas.microsoft.com/office/drawing/2014/main" id="{4A57FFFD-BF7E-4E4D-8915-34B5F6C3D2EF}"/>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prstTxWarp prst="textNoShape">
              <a:avLst/>
            </a:prstTxWarp>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DC8DB6EC-70B8-4F73-919F-10081EA41606}" type="datetime1">
              <a:rPr lang="en-US" altLang="en-US" sz="1400" smtClean="0">
                <a:solidFill>
                  <a:srgbClr val="FFFFFF"/>
                </a:solidFill>
              </a:rPr>
              <a:pPr eaLnBrk="1" hangingPunct="1"/>
              <a:t>9/20/2025</a:t>
            </a:fld>
            <a:endParaRPr lang="en-US" altLang="en-US" sz="1400">
              <a:solidFill>
                <a:srgbClr val="FFFFFF"/>
              </a:solidFill>
            </a:endParaRPr>
          </a:p>
        </p:txBody>
      </p:sp>
      <p:sp>
        <p:nvSpPr>
          <p:cNvPr id="37894" name="Line 2">
            <a:extLst>
              <a:ext uri="{FF2B5EF4-FFF2-40B4-BE49-F238E27FC236}">
                <a16:creationId xmlns:a16="http://schemas.microsoft.com/office/drawing/2014/main" id="{05F98427-58CC-4F3C-AFCD-CE23C8E24690}"/>
              </a:ext>
            </a:extLst>
          </p:cNvPr>
          <p:cNvSpPr>
            <a:spLocks noChangeShapeType="1"/>
          </p:cNvSpPr>
          <p:nvPr/>
        </p:nvSpPr>
        <p:spPr bwMode="auto">
          <a:xfrm>
            <a:off x="3352800" y="2390501"/>
            <a:ext cx="0" cy="2133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7895" name="Line 3">
            <a:extLst>
              <a:ext uri="{FF2B5EF4-FFF2-40B4-BE49-F238E27FC236}">
                <a16:creationId xmlns:a16="http://schemas.microsoft.com/office/drawing/2014/main" id="{32F896E2-5EEA-4A37-BD10-9627CA886317}"/>
              </a:ext>
            </a:extLst>
          </p:cNvPr>
          <p:cNvSpPr>
            <a:spLocks noChangeShapeType="1"/>
          </p:cNvSpPr>
          <p:nvPr/>
        </p:nvSpPr>
        <p:spPr bwMode="auto">
          <a:xfrm flipV="1">
            <a:off x="5791200" y="2390501"/>
            <a:ext cx="0" cy="2133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7896" name="Rectangle 6">
            <a:extLst>
              <a:ext uri="{FF2B5EF4-FFF2-40B4-BE49-F238E27FC236}">
                <a16:creationId xmlns:a16="http://schemas.microsoft.com/office/drawing/2014/main" id="{28F2519B-0B58-4C52-AEC3-4A84203C86D9}"/>
              </a:ext>
            </a:extLst>
          </p:cNvPr>
          <p:cNvSpPr>
            <a:spLocks noChangeArrowheads="1"/>
          </p:cNvSpPr>
          <p:nvPr/>
        </p:nvSpPr>
        <p:spPr bwMode="auto">
          <a:xfrm>
            <a:off x="1219200" y="1780901"/>
            <a:ext cx="2438400" cy="609600"/>
          </a:xfrm>
          <a:prstGeom prst="rect">
            <a:avLst/>
          </a:prstGeom>
          <a:solidFill>
            <a:srgbClr val="70FE70"/>
          </a:solidFill>
          <a:ln w="9525">
            <a:solidFill>
              <a:schemeClr val="tx1"/>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eaLnBrk="1" hangingPunct="1"/>
            <a:r>
              <a:rPr lang="en-US" altLang="en-US"/>
              <a:t>Client </a:t>
            </a:r>
          </a:p>
          <a:p>
            <a:pPr algn="ctr" eaLnBrk="1" hangingPunct="1"/>
            <a:r>
              <a:rPr lang="en-US" altLang="en-US"/>
              <a:t>Application</a:t>
            </a:r>
          </a:p>
        </p:txBody>
      </p:sp>
      <p:sp>
        <p:nvSpPr>
          <p:cNvPr id="37897" name="Rectangle 7">
            <a:extLst>
              <a:ext uri="{FF2B5EF4-FFF2-40B4-BE49-F238E27FC236}">
                <a16:creationId xmlns:a16="http://schemas.microsoft.com/office/drawing/2014/main" id="{D521CFF5-4564-41EE-BEEC-414D19AD98BF}"/>
              </a:ext>
            </a:extLst>
          </p:cNvPr>
          <p:cNvSpPr>
            <a:spLocks noChangeArrowheads="1"/>
          </p:cNvSpPr>
          <p:nvPr/>
        </p:nvSpPr>
        <p:spPr bwMode="auto">
          <a:xfrm>
            <a:off x="5486400" y="1780901"/>
            <a:ext cx="2438400" cy="609600"/>
          </a:xfrm>
          <a:prstGeom prst="rect">
            <a:avLst/>
          </a:prstGeom>
          <a:solidFill>
            <a:srgbClr val="70FE70"/>
          </a:solidFill>
          <a:ln w="9525">
            <a:solidFill>
              <a:schemeClr val="tx1"/>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eaLnBrk="1" hangingPunct="1"/>
            <a:r>
              <a:rPr lang="en-US" altLang="en-US"/>
              <a:t>Server</a:t>
            </a:r>
          </a:p>
          <a:p>
            <a:pPr algn="ctr" eaLnBrk="1" hangingPunct="1"/>
            <a:r>
              <a:rPr lang="en-US" altLang="en-US"/>
              <a:t>Application</a:t>
            </a:r>
          </a:p>
        </p:txBody>
      </p:sp>
      <p:sp>
        <p:nvSpPr>
          <p:cNvPr id="37898" name="Rectangle 8">
            <a:extLst>
              <a:ext uri="{FF2B5EF4-FFF2-40B4-BE49-F238E27FC236}">
                <a16:creationId xmlns:a16="http://schemas.microsoft.com/office/drawing/2014/main" id="{2981BA96-827A-468F-989C-8B249EBEBE15}"/>
              </a:ext>
            </a:extLst>
          </p:cNvPr>
          <p:cNvSpPr>
            <a:spLocks noChangeArrowheads="1"/>
          </p:cNvSpPr>
          <p:nvPr/>
        </p:nvSpPr>
        <p:spPr bwMode="auto">
          <a:xfrm>
            <a:off x="1219200" y="4524101"/>
            <a:ext cx="2438400" cy="609600"/>
          </a:xfrm>
          <a:prstGeom prst="rect">
            <a:avLst/>
          </a:prstGeom>
          <a:solidFill>
            <a:srgbClr val="FFC000"/>
          </a:solidFill>
          <a:ln w="9525">
            <a:solidFill>
              <a:schemeClr val="tx1"/>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eaLnBrk="1" hangingPunct="1"/>
            <a:r>
              <a:rPr lang="en-US" altLang="en-US" sz="1800" dirty="0"/>
              <a:t>Network Protocol Stack</a:t>
            </a:r>
          </a:p>
        </p:txBody>
      </p:sp>
      <p:sp>
        <p:nvSpPr>
          <p:cNvPr id="37899" name="Rectangle 9">
            <a:extLst>
              <a:ext uri="{FF2B5EF4-FFF2-40B4-BE49-F238E27FC236}">
                <a16:creationId xmlns:a16="http://schemas.microsoft.com/office/drawing/2014/main" id="{2234F9B0-A44E-41C5-95EC-C19F1B54ACD4}"/>
              </a:ext>
            </a:extLst>
          </p:cNvPr>
          <p:cNvSpPr>
            <a:spLocks noChangeArrowheads="1"/>
          </p:cNvSpPr>
          <p:nvPr/>
        </p:nvSpPr>
        <p:spPr bwMode="auto">
          <a:xfrm>
            <a:off x="5486400" y="4524101"/>
            <a:ext cx="2438400" cy="609600"/>
          </a:xfrm>
          <a:prstGeom prst="rect">
            <a:avLst/>
          </a:prstGeom>
          <a:solidFill>
            <a:srgbClr val="FFC000"/>
          </a:solidFill>
          <a:ln w="9525">
            <a:solidFill>
              <a:schemeClr val="tx1"/>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eaLnBrk="1" hangingPunct="1"/>
            <a:r>
              <a:rPr lang="en-US" altLang="en-US" sz="1800" dirty="0"/>
              <a:t>Network Protocol Stack</a:t>
            </a:r>
          </a:p>
        </p:txBody>
      </p:sp>
      <p:sp>
        <p:nvSpPr>
          <p:cNvPr id="37900" name="Line 10">
            <a:extLst>
              <a:ext uri="{FF2B5EF4-FFF2-40B4-BE49-F238E27FC236}">
                <a16:creationId xmlns:a16="http://schemas.microsoft.com/office/drawing/2014/main" id="{D6A1CC0D-667B-459B-BA1F-03D145A0DAA6}"/>
              </a:ext>
            </a:extLst>
          </p:cNvPr>
          <p:cNvSpPr>
            <a:spLocks noChangeShapeType="1"/>
          </p:cNvSpPr>
          <p:nvPr/>
        </p:nvSpPr>
        <p:spPr bwMode="auto">
          <a:xfrm>
            <a:off x="3657600" y="4828901"/>
            <a:ext cx="18288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7901" name="Rectangle 11">
            <a:extLst>
              <a:ext uri="{FF2B5EF4-FFF2-40B4-BE49-F238E27FC236}">
                <a16:creationId xmlns:a16="http://schemas.microsoft.com/office/drawing/2014/main" id="{821E1AA3-7C32-4AF1-AC0C-A7C3C49D7836}"/>
              </a:ext>
            </a:extLst>
          </p:cNvPr>
          <p:cNvSpPr>
            <a:spLocks noChangeArrowheads="1"/>
          </p:cNvSpPr>
          <p:nvPr/>
        </p:nvSpPr>
        <p:spPr bwMode="auto">
          <a:xfrm>
            <a:off x="1219200" y="2695301"/>
            <a:ext cx="2438400" cy="609600"/>
          </a:xfrm>
          <a:prstGeom prst="rect">
            <a:avLst/>
          </a:prstGeom>
          <a:solidFill>
            <a:srgbClr val="71D2FD"/>
          </a:solidFill>
          <a:ln w="9525">
            <a:solidFill>
              <a:schemeClr val="tx1"/>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eaLnBrk="1" hangingPunct="1"/>
            <a:r>
              <a:rPr lang="en-US" altLang="en-US"/>
              <a:t>Client proxies</a:t>
            </a:r>
          </a:p>
        </p:txBody>
      </p:sp>
      <p:sp>
        <p:nvSpPr>
          <p:cNvPr id="37902" name="Rectangle 12">
            <a:extLst>
              <a:ext uri="{FF2B5EF4-FFF2-40B4-BE49-F238E27FC236}">
                <a16:creationId xmlns:a16="http://schemas.microsoft.com/office/drawing/2014/main" id="{3761C81F-BEB3-4D7C-8B2E-926890B85FC4}"/>
              </a:ext>
            </a:extLst>
          </p:cNvPr>
          <p:cNvSpPr>
            <a:spLocks noChangeArrowheads="1"/>
          </p:cNvSpPr>
          <p:nvPr/>
        </p:nvSpPr>
        <p:spPr bwMode="auto">
          <a:xfrm>
            <a:off x="5486400" y="2695301"/>
            <a:ext cx="2438400" cy="609600"/>
          </a:xfrm>
          <a:prstGeom prst="rect">
            <a:avLst/>
          </a:prstGeom>
          <a:solidFill>
            <a:srgbClr val="71D2FD"/>
          </a:solidFill>
          <a:ln w="9525">
            <a:solidFill>
              <a:schemeClr val="tx1"/>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eaLnBrk="1" hangingPunct="1"/>
            <a:r>
              <a:rPr lang="en-US" altLang="en-US"/>
              <a:t>Server skeletons</a:t>
            </a:r>
          </a:p>
        </p:txBody>
      </p:sp>
      <p:sp>
        <p:nvSpPr>
          <p:cNvPr id="37903" name="Rectangle 13">
            <a:extLst>
              <a:ext uri="{FF2B5EF4-FFF2-40B4-BE49-F238E27FC236}">
                <a16:creationId xmlns:a16="http://schemas.microsoft.com/office/drawing/2014/main" id="{FB089862-488D-4DED-9EC9-FE3EFA1247EB}"/>
              </a:ext>
            </a:extLst>
          </p:cNvPr>
          <p:cNvSpPr>
            <a:spLocks noChangeArrowheads="1"/>
          </p:cNvSpPr>
          <p:nvPr/>
        </p:nvSpPr>
        <p:spPr bwMode="auto">
          <a:xfrm>
            <a:off x="5486400" y="3609701"/>
            <a:ext cx="2438400" cy="609600"/>
          </a:xfrm>
          <a:prstGeom prst="rect">
            <a:avLst/>
          </a:prstGeom>
          <a:solidFill>
            <a:srgbClr val="F27CDC"/>
          </a:solidFill>
          <a:ln w="9525">
            <a:solidFill>
              <a:schemeClr val="tx1"/>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eaLnBrk="1" hangingPunct="1"/>
            <a:r>
              <a:rPr lang="en-US" altLang="en-US"/>
              <a:t>ORB</a:t>
            </a:r>
          </a:p>
        </p:txBody>
      </p:sp>
      <p:sp>
        <p:nvSpPr>
          <p:cNvPr id="37904" name="Rectangle 14">
            <a:extLst>
              <a:ext uri="{FF2B5EF4-FFF2-40B4-BE49-F238E27FC236}">
                <a16:creationId xmlns:a16="http://schemas.microsoft.com/office/drawing/2014/main" id="{DECAEDC0-1665-473A-96A8-104DEF486BA2}"/>
              </a:ext>
            </a:extLst>
          </p:cNvPr>
          <p:cNvSpPr>
            <a:spLocks noChangeArrowheads="1"/>
          </p:cNvSpPr>
          <p:nvPr/>
        </p:nvSpPr>
        <p:spPr bwMode="auto">
          <a:xfrm>
            <a:off x="1219200" y="3609701"/>
            <a:ext cx="2438400" cy="609600"/>
          </a:xfrm>
          <a:prstGeom prst="rect">
            <a:avLst/>
          </a:prstGeom>
          <a:solidFill>
            <a:srgbClr val="F27CDC"/>
          </a:solidFill>
          <a:ln w="9525">
            <a:solidFill>
              <a:schemeClr val="tx1"/>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eaLnBrk="1" hangingPunct="1"/>
            <a:r>
              <a:rPr lang="en-US" altLang="en-US"/>
              <a:t>ORB</a:t>
            </a:r>
          </a:p>
        </p:txBody>
      </p:sp>
      <p:sp>
        <p:nvSpPr>
          <p:cNvPr id="37905" name="Text Box 15">
            <a:extLst>
              <a:ext uri="{FF2B5EF4-FFF2-40B4-BE49-F238E27FC236}">
                <a16:creationId xmlns:a16="http://schemas.microsoft.com/office/drawing/2014/main" id="{FE3EE9C7-82FF-4701-97E9-C2BD34E08BD3}"/>
              </a:ext>
            </a:extLst>
          </p:cNvPr>
          <p:cNvSpPr txBox="1">
            <a:spLocks noChangeArrowheads="1"/>
          </p:cNvSpPr>
          <p:nvPr/>
        </p:nvSpPr>
        <p:spPr bwMode="auto">
          <a:xfrm>
            <a:off x="3206934" y="1933301"/>
            <a:ext cx="779463" cy="466725"/>
          </a:xfrm>
          <a:prstGeom prst="rect">
            <a:avLst/>
          </a:prstGeom>
          <a:solidFill>
            <a:srgbClr val="FFE4CD"/>
          </a:solidFill>
          <a:ln w="9525">
            <a:solidFill>
              <a:srgbClr val="FFE4CD"/>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200" b="1"/>
              <a:t>invoke</a:t>
            </a:r>
          </a:p>
          <a:p>
            <a:pPr eaLnBrk="1" hangingPunct="1"/>
            <a:r>
              <a:rPr lang="en-US" altLang="en-US" sz="1200" b="1" dirty="0"/>
              <a:t>method</a:t>
            </a:r>
          </a:p>
        </p:txBody>
      </p:sp>
      <p:sp>
        <p:nvSpPr>
          <p:cNvPr id="37906" name="Text Box 16">
            <a:extLst>
              <a:ext uri="{FF2B5EF4-FFF2-40B4-BE49-F238E27FC236}">
                <a16:creationId xmlns:a16="http://schemas.microsoft.com/office/drawing/2014/main" id="{12CD2377-35E2-4593-8ADD-3E8AC297101F}"/>
              </a:ext>
            </a:extLst>
          </p:cNvPr>
          <p:cNvSpPr txBox="1">
            <a:spLocks noChangeArrowheads="1"/>
          </p:cNvSpPr>
          <p:nvPr/>
        </p:nvSpPr>
        <p:spPr bwMode="auto">
          <a:xfrm>
            <a:off x="5116285" y="1933301"/>
            <a:ext cx="801688" cy="466725"/>
          </a:xfrm>
          <a:prstGeom prst="rect">
            <a:avLst/>
          </a:prstGeom>
          <a:solidFill>
            <a:srgbClr val="FFE4CD"/>
          </a:solidFill>
          <a:ln w="9525">
            <a:solidFill>
              <a:srgbClr val="FFE4CD"/>
            </a:solidFill>
            <a:miter lim="800000"/>
            <a:headEnd/>
            <a:tailEnd/>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200" b="1"/>
              <a:t>Execute</a:t>
            </a:r>
          </a:p>
          <a:p>
            <a:pPr eaLnBrk="1" hangingPunct="1"/>
            <a:r>
              <a:rPr lang="en-US" altLang="en-US" sz="1200" b="1" dirty="0"/>
              <a:t>method</a:t>
            </a:r>
          </a:p>
        </p:txBody>
      </p:sp>
      <p:sp>
        <p:nvSpPr>
          <p:cNvPr id="37907" name="Rectangle 17">
            <a:extLst>
              <a:ext uri="{FF2B5EF4-FFF2-40B4-BE49-F238E27FC236}">
                <a16:creationId xmlns:a16="http://schemas.microsoft.com/office/drawing/2014/main" id="{67515285-A141-4039-9D44-1176630BFBF5}"/>
              </a:ext>
            </a:extLst>
          </p:cNvPr>
          <p:cNvSpPr>
            <a:spLocks noChangeArrowheads="1"/>
          </p:cNvSpPr>
          <p:nvPr/>
        </p:nvSpPr>
        <p:spPr bwMode="auto">
          <a:xfrm>
            <a:off x="609600" y="5492929"/>
            <a:ext cx="8196263"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spcBef>
                <a:spcPct val="30000"/>
              </a:spcBef>
            </a:pPr>
            <a:r>
              <a:rPr lang="en-US" altLang="en-US" sz="1600" b="1" dirty="0"/>
              <a:t>ORB (Object Request broker) enables client applications to remotely instantiate, locate, invoke methods and delete server objects; Java RMI, Microsoft’s DCOM; CORBA is meant to be platform independent.</a:t>
            </a:r>
          </a:p>
        </p:txBody>
      </p:sp>
      <p:sp>
        <p:nvSpPr>
          <p:cNvPr id="37908" name="Footer Placeholder 20">
            <a:extLst>
              <a:ext uri="{FF2B5EF4-FFF2-40B4-BE49-F238E27FC236}">
                <a16:creationId xmlns:a16="http://schemas.microsoft.com/office/drawing/2014/main" id="{C75C7E6F-6C61-4AC0-95C8-3F259C238A1B}"/>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prstTxWarp prst="textNoShape">
              <a:avLst/>
            </a:prstTxWarp>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200">
                <a:solidFill>
                  <a:srgbClr val="FFFFFF"/>
                </a:solidFill>
              </a:rPr>
              <a:t>Copyright 2010 B. Ramamurthy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a:extLst>
              <a:ext uri="{FF2B5EF4-FFF2-40B4-BE49-F238E27FC236}">
                <a16:creationId xmlns:a16="http://schemas.microsoft.com/office/drawing/2014/main" id="{9C813A66-BC5A-4DB3-AE73-5ECBCEE8B753}"/>
              </a:ext>
            </a:extLst>
          </p:cNvPr>
          <p:cNvSpPr>
            <a:spLocks noGrp="1" noChangeArrowheads="1"/>
          </p:cNvSpPr>
          <p:nvPr>
            <p:ph type="title"/>
          </p:nvPr>
        </p:nvSpPr>
        <p:spPr>
          <a:xfrm>
            <a:off x="400050" y="126492"/>
            <a:ext cx="7886700" cy="646420"/>
          </a:xfrm>
        </p:spPr>
        <p:txBody>
          <a:bodyPr/>
          <a:lstStyle/>
          <a:p>
            <a:r>
              <a:rPr lang="en-US" altLang="en-US" sz="3200" dirty="0">
                <a:solidFill>
                  <a:srgbClr val="FF0000"/>
                </a:solidFill>
              </a:rPr>
              <a:t>Object-Oriented Middleware</a:t>
            </a:r>
          </a:p>
        </p:txBody>
      </p:sp>
      <p:sp>
        <p:nvSpPr>
          <p:cNvPr id="105475" name="Rectangle 3">
            <a:extLst>
              <a:ext uri="{FF2B5EF4-FFF2-40B4-BE49-F238E27FC236}">
                <a16:creationId xmlns:a16="http://schemas.microsoft.com/office/drawing/2014/main" id="{A83BCE6A-2422-4F76-A20E-6F4B5B61CB93}"/>
              </a:ext>
            </a:extLst>
          </p:cNvPr>
          <p:cNvSpPr>
            <a:spLocks noGrp="1" noChangeArrowheads="1"/>
          </p:cNvSpPr>
          <p:nvPr>
            <p:ph type="body" idx="1"/>
          </p:nvPr>
        </p:nvSpPr>
        <p:spPr>
          <a:xfrm>
            <a:off x="340963" y="877185"/>
            <a:ext cx="8400081" cy="2674713"/>
          </a:xfrm>
        </p:spPr>
        <p:txBody>
          <a:bodyPr>
            <a:normAutofit lnSpcReduction="10000"/>
          </a:bodyPr>
          <a:lstStyle/>
          <a:p>
            <a:r>
              <a:rPr lang="en-US" altLang="en-US" dirty="0"/>
              <a:t>Map object references to hosts</a:t>
            </a:r>
          </a:p>
          <a:p>
            <a:r>
              <a:rPr lang="en-US" altLang="en-US" dirty="0"/>
              <a:t>Object adapters need to be able to start up se</a:t>
            </a:r>
            <a:r>
              <a:rPr lang="en-US" altLang="zh-CN" dirty="0"/>
              <a:t>r</a:t>
            </a:r>
            <a:r>
              <a:rPr lang="en-US" altLang="en-US" dirty="0"/>
              <a:t>vers, which register in an implementation repository or registry</a:t>
            </a:r>
          </a:p>
          <a:p>
            <a:r>
              <a:rPr lang="en-US" altLang="en-US" dirty="0"/>
              <a:t>Implement operation dispatch</a:t>
            </a:r>
          </a:p>
          <a:p>
            <a:r>
              <a:rPr lang="en-US" altLang="en-US" dirty="0"/>
              <a:t>Implement synchronization</a:t>
            </a:r>
          </a:p>
        </p:txBody>
      </p:sp>
      <p:sp>
        <p:nvSpPr>
          <p:cNvPr id="105476" name="Oval 4">
            <a:extLst>
              <a:ext uri="{FF2B5EF4-FFF2-40B4-BE49-F238E27FC236}">
                <a16:creationId xmlns:a16="http://schemas.microsoft.com/office/drawing/2014/main" id="{1B945268-73E3-4572-A5DF-481E246EFC43}"/>
              </a:ext>
            </a:extLst>
          </p:cNvPr>
          <p:cNvSpPr>
            <a:spLocks noChangeArrowheads="1"/>
          </p:cNvSpPr>
          <p:nvPr/>
        </p:nvSpPr>
        <p:spPr bwMode="auto">
          <a:xfrm>
            <a:off x="1371600" y="4009098"/>
            <a:ext cx="381000" cy="38100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5477" name="Oval 5">
            <a:extLst>
              <a:ext uri="{FF2B5EF4-FFF2-40B4-BE49-F238E27FC236}">
                <a16:creationId xmlns:a16="http://schemas.microsoft.com/office/drawing/2014/main" id="{63360BA7-6B06-43C0-B0F0-0BA6A8CD64A9}"/>
              </a:ext>
            </a:extLst>
          </p:cNvPr>
          <p:cNvSpPr>
            <a:spLocks noChangeArrowheads="1"/>
          </p:cNvSpPr>
          <p:nvPr/>
        </p:nvSpPr>
        <p:spPr bwMode="auto">
          <a:xfrm>
            <a:off x="1371600" y="4542498"/>
            <a:ext cx="381000" cy="38100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5478" name="Oval 6">
            <a:extLst>
              <a:ext uri="{FF2B5EF4-FFF2-40B4-BE49-F238E27FC236}">
                <a16:creationId xmlns:a16="http://schemas.microsoft.com/office/drawing/2014/main" id="{0D89E947-0AE0-4788-A1CB-D1328A6C2685}"/>
              </a:ext>
            </a:extLst>
          </p:cNvPr>
          <p:cNvSpPr>
            <a:spLocks noChangeArrowheads="1"/>
          </p:cNvSpPr>
          <p:nvPr/>
        </p:nvSpPr>
        <p:spPr bwMode="auto">
          <a:xfrm>
            <a:off x="1371600" y="4999698"/>
            <a:ext cx="381000" cy="38100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5480" name="Oval 8">
            <a:extLst>
              <a:ext uri="{FF2B5EF4-FFF2-40B4-BE49-F238E27FC236}">
                <a16:creationId xmlns:a16="http://schemas.microsoft.com/office/drawing/2014/main" id="{277195B2-1357-4959-8858-8B6DD8CE9E50}"/>
              </a:ext>
            </a:extLst>
          </p:cNvPr>
          <p:cNvSpPr>
            <a:spLocks noChangeArrowheads="1"/>
          </p:cNvSpPr>
          <p:nvPr/>
        </p:nvSpPr>
        <p:spPr bwMode="auto">
          <a:xfrm>
            <a:off x="1371600" y="6066498"/>
            <a:ext cx="381000" cy="38100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5481" name="Oval 9">
            <a:extLst>
              <a:ext uri="{FF2B5EF4-FFF2-40B4-BE49-F238E27FC236}">
                <a16:creationId xmlns:a16="http://schemas.microsoft.com/office/drawing/2014/main" id="{C920E147-2BFF-4C03-9763-82E865CA6BBF}"/>
              </a:ext>
            </a:extLst>
          </p:cNvPr>
          <p:cNvSpPr>
            <a:spLocks noChangeArrowheads="1"/>
          </p:cNvSpPr>
          <p:nvPr/>
        </p:nvSpPr>
        <p:spPr bwMode="auto">
          <a:xfrm>
            <a:off x="1371600" y="5533098"/>
            <a:ext cx="381000" cy="38100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5497" name="Rectangle 25">
            <a:extLst>
              <a:ext uri="{FF2B5EF4-FFF2-40B4-BE49-F238E27FC236}">
                <a16:creationId xmlns:a16="http://schemas.microsoft.com/office/drawing/2014/main" id="{900BC723-971E-4D48-B9B1-D813BAA39B5E}"/>
              </a:ext>
            </a:extLst>
          </p:cNvPr>
          <p:cNvSpPr>
            <a:spLocks noChangeArrowheads="1"/>
          </p:cNvSpPr>
          <p:nvPr/>
        </p:nvSpPr>
        <p:spPr bwMode="auto">
          <a:xfrm>
            <a:off x="3657600" y="4161498"/>
            <a:ext cx="137160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5498" name="Rectangle 26">
            <a:extLst>
              <a:ext uri="{FF2B5EF4-FFF2-40B4-BE49-F238E27FC236}">
                <a16:creationId xmlns:a16="http://schemas.microsoft.com/office/drawing/2014/main" id="{FA4BC9A6-E679-4832-AA0B-FF7892644547}"/>
              </a:ext>
            </a:extLst>
          </p:cNvPr>
          <p:cNvSpPr>
            <a:spLocks noChangeArrowheads="1"/>
          </p:cNvSpPr>
          <p:nvPr/>
        </p:nvSpPr>
        <p:spPr bwMode="auto">
          <a:xfrm>
            <a:off x="3657600" y="5380698"/>
            <a:ext cx="137160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5500" name="AutoShape 28">
            <a:extLst>
              <a:ext uri="{FF2B5EF4-FFF2-40B4-BE49-F238E27FC236}">
                <a16:creationId xmlns:a16="http://schemas.microsoft.com/office/drawing/2014/main" id="{F71D3909-A4DA-45D3-8A7E-18FB1BEE2553}"/>
              </a:ext>
            </a:extLst>
          </p:cNvPr>
          <p:cNvSpPr>
            <a:spLocks noChangeArrowheads="1"/>
          </p:cNvSpPr>
          <p:nvPr/>
        </p:nvSpPr>
        <p:spPr bwMode="auto">
          <a:xfrm>
            <a:off x="4038600" y="4390098"/>
            <a:ext cx="457200" cy="304800"/>
          </a:xfrm>
          <a:prstGeom prst="plus">
            <a:avLst>
              <a:gd name="adj" fmla="val 25000"/>
            </a:avLst>
          </a:prstGeom>
          <a:solidFill>
            <a:srgbClr val="FF33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5501" name="AutoShape 29">
            <a:extLst>
              <a:ext uri="{FF2B5EF4-FFF2-40B4-BE49-F238E27FC236}">
                <a16:creationId xmlns:a16="http://schemas.microsoft.com/office/drawing/2014/main" id="{6DD3794B-A0F1-4EE0-B7B3-CB643DF11B41}"/>
              </a:ext>
            </a:extLst>
          </p:cNvPr>
          <p:cNvSpPr>
            <a:spLocks noChangeArrowheads="1"/>
          </p:cNvSpPr>
          <p:nvPr/>
        </p:nvSpPr>
        <p:spPr bwMode="auto">
          <a:xfrm>
            <a:off x="4114800" y="5609298"/>
            <a:ext cx="457200" cy="304800"/>
          </a:xfrm>
          <a:prstGeom prst="plus">
            <a:avLst>
              <a:gd name="adj" fmla="val 25000"/>
            </a:avLst>
          </a:prstGeom>
          <a:solidFill>
            <a:srgbClr val="FF33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5502" name="Line 30">
            <a:extLst>
              <a:ext uri="{FF2B5EF4-FFF2-40B4-BE49-F238E27FC236}">
                <a16:creationId xmlns:a16="http://schemas.microsoft.com/office/drawing/2014/main" id="{0191DAE0-56FE-443D-A23B-52FD2C3B7C1C}"/>
              </a:ext>
            </a:extLst>
          </p:cNvPr>
          <p:cNvSpPr>
            <a:spLocks noChangeShapeType="1"/>
          </p:cNvSpPr>
          <p:nvPr/>
        </p:nvSpPr>
        <p:spPr bwMode="auto">
          <a:xfrm>
            <a:off x="1752600" y="4237698"/>
            <a:ext cx="18288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503" name="Line 31">
            <a:extLst>
              <a:ext uri="{FF2B5EF4-FFF2-40B4-BE49-F238E27FC236}">
                <a16:creationId xmlns:a16="http://schemas.microsoft.com/office/drawing/2014/main" id="{AC07FBDD-BB62-48AF-BF46-A9337E440FCC}"/>
              </a:ext>
            </a:extLst>
          </p:cNvPr>
          <p:cNvSpPr>
            <a:spLocks noChangeShapeType="1"/>
          </p:cNvSpPr>
          <p:nvPr/>
        </p:nvSpPr>
        <p:spPr bwMode="auto">
          <a:xfrm flipV="1">
            <a:off x="1752600" y="4390098"/>
            <a:ext cx="1905000" cy="7620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505" name="Line 33">
            <a:extLst>
              <a:ext uri="{FF2B5EF4-FFF2-40B4-BE49-F238E27FC236}">
                <a16:creationId xmlns:a16="http://schemas.microsoft.com/office/drawing/2014/main" id="{40294954-2107-426F-87AB-90C8BE90A70A}"/>
              </a:ext>
            </a:extLst>
          </p:cNvPr>
          <p:cNvSpPr>
            <a:spLocks noChangeShapeType="1"/>
          </p:cNvSpPr>
          <p:nvPr/>
        </p:nvSpPr>
        <p:spPr bwMode="auto">
          <a:xfrm flipV="1">
            <a:off x="1752600" y="4618698"/>
            <a:ext cx="1905000" cy="1066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506" name="Line 34">
            <a:extLst>
              <a:ext uri="{FF2B5EF4-FFF2-40B4-BE49-F238E27FC236}">
                <a16:creationId xmlns:a16="http://schemas.microsoft.com/office/drawing/2014/main" id="{75836D4B-DCF9-471E-BD5A-E1E3DA5A166D}"/>
              </a:ext>
            </a:extLst>
          </p:cNvPr>
          <p:cNvSpPr>
            <a:spLocks noChangeShapeType="1"/>
          </p:cNvSpPr>
          <p:nvPr/>
        </p:nvSpPr>
        <p:spPr bwMode="auto">
          <a:xfrm>
            <a:off x="1752600" y="4771098"/>
            <a:ext cx="1905000" cy="838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507" name="Line 35">
            <a:extLst>
              <a:ext uri="{FF2B5EF4-FFF2-40B4-BE49-F238E27FC236}">
                <a16:creationId xmlns:a16="http://schemas.microsoft.com/office/drawing/2014/main" id="{FB2253DC-0E7A-488A-AACF-A49A5A374052}"/>
              </a:ext>
            </a:extLst>
          </p:cNvPr>
          <p:cNvSpPr>
            <a:spLocks noChangeShapeType="1"/>
          </p:cNvSpPr>
          <p:nvPr/>
        </p:nvSpPr>
        <p:spPr bwMode="auto">
          <a:xfrm flipV="1">
            <a:off x="1752600" y="5685498"/>
            <a:ext cx="1905000" cy="533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508" name="Text Box 36">
            <a:extLst>
              <a:ext uri="{FF2B5EF4-FFF2-40B4-BE49-F238E27FC236}">
                <a16:creationId xmlns:a16="http://schemas.microsoft.com/office/drawing/2014/main" id="{36036E51-2880-4F8B-8582-5EF0EBBCB7B8}"/>
              </a:ext>
            </a:extLst>
          </p:cNvPr>
          <p:cNvSpPr txBox="1">
            <a:spLocks noChangeArrowheads="1"/>
          </p:cNvSpPr>
          <p:nvPr/>
        </p:nvSpPr>
        <p:spPr bwMode="auto">
          <a:xfrm>
            <a:off x="1143000" y="6396698"/>
            <a:ext cx="16033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a:latin typeface="Times New Roman" panose="02020603050405020304" pitchFamily="18" charset="0"/>
              </a:rPr>
              <a:t>Object Reference</a:t>
            </a:r>
          </a:p>
        </p:txBody>
      </p:sp>
      <p:sp>
        <p:nvSpPr>
          <p:cNvPr id="105509" name="Text Box 37">
            <a:extLst>
              <a:ext uri="{FF2B5EF4-FFF2-40B4-BE49-F238E27FC236}">
                <a16:creationId xmlns:a16="http://schemas.microsoft.com/office/drawing/2014/main" id="{D3814CEB-6540-4827-8D7A-599B2845CC6B}"/>
              </a:ext>
            </a:extLst>
          </p:cNvPr>
          <p:cNvSpPr txBox="1">
            <a:spLocks noChangeArrowheads="1"/>
          </p:cNvSpPr>
          <p:nvPr/>
        </p:nvSpPr>
        <p:spPr bwMode="auto">
          <a:xfrm>
            <a:off x="3962400" y="6371298"/>
            <a:ext cx="6477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a:latin typeface="Times New Roman" panose="02020603050405020304" pitchFamily="18" charset="0"/>
              </a:rPr>
              <a:t>Hosts</a:t>
            </a:r>
          </a:p>
        </p:txBody>
      </p:sp>
      <p:sp>
        <p:nvSpPr>
          <p:cNvPr id="105510" name="Text Box 38">
            <a:extLst>
              <a:ext uri="{FF2B5EF4-FFF2-40B4-BE49-F238E27FC236}">
                <a16:creationId xmlns:a16="http://schemas.microsoft.com/office/drawing/2014/main" id="{962DB475-5E28-430A-9546-67E6C927ECC4}"/>
              </a:ext>
            </a:extLst>
          </p:cNvPr>
          <p:cNvSpPr txBox="1">
            <a:spLocks noChangeArrowheads="1"/>
          </p:cNvSpPr>
          <p:nvPr/>
        </p:nvSpPr>
        <p:spPr bwMode="auto">
          <a:xfrm>
            <a:off x="5576888" y="6295098"/>
            <a:ext cx="97631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a:latin typeface="Times New Roman" panose="02020603050405020304" pitchFamily="18" charset="0"/>
              </a:rPr>
              <a:t>Processes</a:t>
            </a:r>
          </a:p>
        </p:txBody>
      </p:sp>
      <p:sp>
        <p:nvSpPr>
          <p:cNvPr id="105511" name="Text Box 39">
            <a:extLst>
              <a:ext uri="{FF2B5EF4-FFF2-40B4-BE49-F238E27FC236}">
                <a16:creationId xmlns:a16="http://schemas.microsoft.com/office/drawing/2014/main" id="{34D9351E-D59F-4EB7-9DC0-A77302E11413}"/>
              </a:ext>
            </a:extLst>
          </p:cNvPr>
          <p:cNvSpPr txBox="1">
            <a:spLocks noChangeArrowheads="1"/>
          </p:cNvSpPr>
          <p:nvPr/>
        </p:nvSpPr>
        <p:spPr bwMode="auto">
          <a:xfrm>
            <a:off x="7010400" y="6371298"/>
            <a:ext cx="8064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a:latin typeface="Times New Roman" panose="02020603050405020304" pitchFamily="18" charset="0"/>
              </a:rPr>
              <a:t>Objects</a:t>
            </a:r>
          </a:p>
        </p:txBody>
      </p:sp>
      <p:sp>
        <p:nvSpPr>
          <p:cNvPr id="105512" name="Oval 40">
            <a:extLst>
              <a:ext uri="{FF2B5EF4-FFF2-40B4-BE49-F238E27FC236}">
                <a16:creationId xmlns:a16="http://schemas.microsoft.com/office/drawing/2014/main" id="{65E92643-BE18-4692-BE0B-805FD335FC59}"/>
              </a:ext>
            </a:extLst>
          </p:cNvPr>
          <p:cNvSpPr>
            <a:spLocks noChangeArrowheads="1"/>
          </p:cNvSpPr>
          <p:nvPr/>
        </p:nvSpPr>
        <p:spPr bwMode="auto">
          <a:xfrm>
            <a:off x="7072312" y="3800552"/>
            <a:ext cx="381000" cy="381000"/>
          </a:xfrm>
          <a:prstGeom prst="ellipse">
            <a:avLst/>
          </a:prstGeom>
          <a:solidFill>
            <a:srgbClr val="33CC33"/>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5513" name="Oval 41">
            <a:extLst>
              <a:ext uri="{FF2B5EF4-FFF2-40B4-BE49-F238E27FC236}">
                <a16:creationId xmlns:a16="http://schemas.microsoft.com/office/drawing/2014/main" id="{AD721CFD-3A16-4388-950D-F7BE49E764CE}"/>
              </a:ext>
            </a:extLst>
          </p:cNvPr>
          <p:cNvSpPr>
            <a:spLocks noChangeArrowheads="1"/>
          </p:cNvSpPr>
          <p:nvPr/>
        </p:nvSpPr>
        <p:spPr bwMode="auto">
          <a:xfrm>
            <a:off x="7772400" y="5456898"/>
            <a:ext cx="381000" cy="381000"/>
          </a:xfrm>
          <a:prstGeom prst="ellipse">
            <a:avLst/>
          </a:prstGeom>
          <a:solidFill>
            <a:srgbClr val="33CC33"/>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5514" name="Oval 42">
            <a:extLst>
              <a:ext uri="{FF2B5EF4-FFF2-40B4-BE49-F238E27FC236}">
                <a16:creationId xmlns:a16="http://schemas.microsoft.com/office/drawing/2014/main" id="{56FB04FA-C5A2-4793-8E62-77D38183B320}"/>
              </a:ext>
            </a:extLst>
          </p:cNvPr>
          <p:cNvSpPr>
            <a:spLocks noChangeArrowheads="1"/>
          </p:cNvSpPr>
          <p:nvPr/>
        </p:nvSpPr>
        <p:spPr bwMode="auto">
          <a:xfrm>
            <a:off x="7620000" y="4390098"/>
            <a:ext cx="381000" cy="381000"/>
          </a:xfrm>
          <a:prstGeom prst="ellipse">
            <a:avLst/>
          </a:prstGeom>
          <a:solidFill>
            <a:srgbClr val="33CC33"/>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5515" name="Oval 43">
            <a:extLst>
              <a:ext uri="{FF2B5EF4-FFF2-40B4-BE49-F238E27FC236}">
                <a16:creationId xmlns:a16="http://schemas.microsoft.com/office/drawing/2014/main" id="{01E7C915-4617-40AE-962C-FF2A19EBCE52}"/>
              </a:ext>
            </a:extLst>
          </p:cNvPr>
          <p:cNvSpPr>
            <a:spLocks noChangeArrowheads="1"/>
          </p:cNvSpPr>
          <p:nvPr/>
        </p:nvSpPr>
        <p:spPr bwMode="auto">
          <a:xfrm>
            <a:off x="7162800" y="4999698"/>
            <a:ext cx="381000" cy="381000"/>
          </a:xfrm>
          <a:prstGeom prst="ellipse">
            <a:avLst/>
          </a:prstGeom>
          <a:solidFill>
            <a:srgbClr val="33CC33"/>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5516" name="Oval 44">
            <a:extLst>
              <a:ext uri="{FF2B5EF4-FFF2-40B4-BE49-F238E27FC236}">
                <a16:creationId xmlns:a16="http://schemas.microsoft.com/office/drawing/2014/main" id="{12A3C1BA-515C-4AAB-AE03-3E1DC605E781}"/>
              </a:ext>
            </a:extLst>
          </p:cNvPr>
          <p:cNvSpPr>
            <a:spLocks noChangeArrowheads="1"/>
          </p:cNvSpPr>
          <p:nvPr/>
        </p:nvSpPr>
        <p:spPr bwMode="auto">
          <a:xfrm>
            <a:off x="7239000" y="5914098"/>
            <a:ext cx="381000" cy="381000"/>
          </a:xfrm>
          <a:prstGeom prst="ellipse">
            <a:avLst/>
          </a:prstGeom>
          <a:solidFill>
            <a:srgbClr val="33CC33"/>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5517" name="Line 45">
            <a:extLst>
              <a:ext uri="{FF2B5EF4-FFF2-40B4-BE49-F238E27FC236}">
                <a16:creationId xmlns:a16="http://schemas.microsoft.com/office/drawing/2014/main" id="{F9926C01-0BC5-47C8-8618-19B428F2E90A}"/>
              </a:ext>
            </a:extLst>
          </p:cNvPr>
          <p:cNvSpPr>
            <a:spLocks noChangeShapeType="1"/>
          </p:cNvSpPr>
          <p:nvPr/>
        </p:nvSpPr>
        <p:spPr bwMode="auto">
          <a:xfrm flipV="1">
            <a:off x="5029200" y="4313898"/>
            <a:ext cx="83820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518" name="AutoShape 46">
            <a:hlinkClick r:id="" action="ppaction://hlinkshowjump?jump=nextslide" highlightClick="1"/>
            <a:extLst>
              <a:ext uri="{FF2B5EF4-FFF2-40B4-BE49-F238E27FC236}">
                <a16:creationId xmlns:a16="http://schemas.microsoft.com/office/drawing/2014/main" id="{02E1CD1E-5FB1-4580-BB82-5BE7BE923A2A}"/>
              </a:ext>
            </a:extLst>
          </p:cNvPr>
          <p:cNvSpPr>
            <a:spLocks noChangeArrowheads="1"/>
          </p:cNvSpPr>
          <p:nvPr/>
        </p:nvSpPr>
        <p:spPr bwMode="auto">
          <a:xfrm>
            <a:off x="5881688" y="4009098"/>
            <a:ext cx="381000" cy="381000"/>
          </a:xfrm>
          <a:prstGeom prst="actionButtonForwardNex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5522" name="AutoShape 50">
            <a:hlinkClick r:id="" action="ppaction://hlinkshowjump?jump=nextslide" highlightClick="1"/>
            <a:extLst>
              <a:ext uri="{FF2B5EF4-FFF2-40B4-BE49-F238E27FC236}">
                <a16:creationId xmlns:a16="http://schemas.microsoft.com/office/drawing/2014/main" id="{7749FD93-5A65-400C-A645-4FB71A8908C2}"/>
              </a:ext>
            </a:extLst>
          </p:cNvPr>
          <p:cNvSpPr>
            <a:spLocks noChangeArrowheads="1"/>
          </p:cNvSpPr>
          <p:nvPr/>
        </p:nvSpPr>
        <p:spPr bwMode="auto">
          <a:xfrm>
            <a:off x="5957888" y="5456898"/>
            <a:ext cx="381000" cy="381000"/>
          </a:xfrm>
          <a:prstGeom prst="actionButtonForwardNex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5523" name="AutoShape 51">
            <a:hlinkClick r:id="" action="ppaction://hlinkshowjump?jump=nextslide" highlightClick="1"/>
            <a:extLst>
              <a:ext uri="{FF2B5EF4-FFF2-40B4-BE49-F238E27FC236}">
                <a16:creationId xmlns:a16="http://schemas.microsoft.com/office/drawing/2014/main" id="{D64F9807-C73D-4492-8576-5CF58F703E8E}"/>
              </a:ext>
            </a:extLst>
          </p:cNvPr>
          <p:cNvSpPr>
            <a:spLocks noChangeArrowheads="1"/>
          </p:cNvSpPr>
          <p:nvPr/>
        </p:nvSpPr>
        <p:spPr bwMode="auto">
          <a:xfrm>
            <a:off x="5881688" y="4542498"/>
            <a:ext cx="381000" cy="381000"/>
          </a:xfrm>
          <a:prstGeom prst="actionButtonForwardNex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5524" name="Line 52">
            <a:extLst>
              <a:ext uri="{FF2B5EF4-FFF2-40B4-BE49-F238E27FC236}">
                <a16:creationId xmlns:a16="http://schemas.microsoft.com/office/drawing/2014/main" id="{2DC99FC2-7A6B-4712-A2A5-6D4201ACF06C}"/>
              </a:ext>
            </a:extLst>
          </p:cNvPr>
          <p:cNvSpPr>
            <a:spLocks noChangeShapeType="1"/>
          </p:cNvSpPr>
          <p:nvPr/>
        </p:nvSpPr>
        <p:spPr bwMode="auto">
          <a:xfrm>
            <a:off x="5029200" y="4542498"/>
            <a:ext cx="83820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525" name="Line 53">
            <a:extLst>
              <a:ext uri="{FF2B5EF4-FFF2-40B4-BE49-F238E27FC236}">
                <a16:creationId xmlns:a16="http://schemas.microsoft.com/office/drawing/2014/main" id="{585A9A75-B316-4B50-B422-597D7983C6BE}"/>
              </a:ext>
            </a:extLst>
          </p:cNvPr>
          <p:cNvSpPr>
            <a:spLocks noChangeShapeType="1"/>
          </p:cNvSpPr>
          <p:nvPr/>
        </p:nvSpPr>
        <p:spPr bwMode="auto">
          <a:xfrm flipV="1">
            <a:off x="5029200" y="5761698"/>
            <a:ext cx="9144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527" name="Line 55">
            <a:extLst>
              <a:ext uri="{FF2B5EF4-FFF2-40B4-BE49-F238E27FC236}">
                <a16:creationId xmlns:a16="http://schemas.microsoft.com/office/drawing/2014/main" id="{132EAD35-692B-457B-A0D2-CA7543F27615}"/>
              </a:ext>
            </a:extLst>
          </p:cNvPr>
          <p:cNvSpPr>
            <a:spLocks noChangeShapeType="1"/>
          </p:cNvSpPr>
          <p:nvPr/>
        </p:nvSpPr>
        <p:spPr bwMode="auto">
          <a:xfrm flipV="1">
            <a:off x="6248400" y="4009098"/>
            <a:ext cx="83820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528" name="Line 56">
            <a:extLst>
              <a:ext uri="{FF2B5EF4-FFF2-40B4-BE49-F238E27FC236}">
                <a16:creationId xmlns:a16="http://schemas.microsoft.com/office/drawing/2014/main" id="{BE01783A-3598-4AAC-9745-9FB0E1479358}"/>
              </a:ext>
            </a:extLst>
          </p:cNvPr>
          <p:cNvSpPr>
            <a:spLocks noChangeShapeType="1"/>
          </p:cNvSpPr>
          <p:nvPr/>
        </p:nvSpPr>
        <p:spPr bwMode="auto">
          <a:xfrm flipV="1">
            <a:off x="6248400" y="4618698"/>
            <a:ext cx="1371600" cy="152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529" name="Line 57">
            <a:extLst>
              <a:ext uri="{FF2B5EF4-FFF2-40B4-BE49-F238E27FC236}">
                <a16:creationId xmlns:a16="http://schemas.microsoft.com/office/drawing/2014/main" id="{87E884AD-E89E-49F9-BC03-5DCF69CE92AD}"/>
              </a:ext>
            </a:extLst>
          </p:cNvPr>
          <p:cNvSpPr>
            <a:spLocks noChangeShapeType="1"/>
          </p:cNvSpPr>
          <p:nvPr/>
        </p:nvSpPr>
        <p:spPr bwMode="auto">
          <a:xfrm>
            <a:off x="6248400" y="4771098"/>
            <a:ext cx="914400" cy="3810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530" name="Line 58">
            <a:extLst>
              <a:ext uri="{FF2B5EF4-FFF2-40B4-BE49-F238E27FC236}">
                <a16:creationId xmlns:a16="http://schemas.microsoft.com/office/drawing/2014/main" id="{A717B0D7-0493-4FAF-AF85-A79E6C48F95F}"/>
              </a:ext>
            </a:extLst>
          </p:cNvPr>
          <p:cNvSpPr>
            <a:spLocks noChangeShapeType="1"/>
          </p:cNvSpPr>
          <p:nvPr/>
        </p:nvSpPr>
        <p:spPr bwMode="auto">
          <a:xfrm>
            <a:off x="6324600" y="5685498"/>
            <a:ext cx="14478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532" name="Line 60">
            <a:extLst>
              <a:ext uri="{FF2B5EF4-FFF2-40B4-BE49-F238E27FC236}">
                <a16:creationId xmlns:a16="http://schemas.microsoft.com/office/drawing/2014/main" id="{84039D6D-10A6-4E7D-9320-68859C862748}"/>
              </a:ext>
            </a:extLst>
          </p:cNvPr>
          <p:cNvSpPr>
            <a:spLocks noChangeShapeType="1"/>
          </p:cNvSpPr>
          <p:nvPr/>
        </p:nvSpPr>
        <p:spPr bwMode="auto">
          <a:xfrm>
            <a:off x="6324600" y="5685498"/>
            <a:ext cx="914400" cy="3810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533" name="Rectangle 61">
            <a:extLst>
              <a:ext uri="{FF2B5EF4-FFF2-40B4-BE49-F238E27FC236}">
                <a16:creationId xmlns:a16="http://schemas.microsoft.com/office/drawing/2014/main" id="{46D1F752-03AD-4C8B-87D5-D22F61D30563}"/>
              </a:ext>
            </a:extLst>
          </p:cNvPr>
          <p:cNvSpPr>
            <a:spLocks noChangeArrowheads="1"/>
          </p:cNvSpPr>
          <p:nvPr/>
        </p:nvSpPr>
        <p:spPr bwMode="auto">
          <a:xfrm>
            <a:off x="2438400" y="3932898"/>
            <a:ext cx="609600" cy="25146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5534" name="Text Box 62">
            <a:extLst>
              <a:ext uri="{FF2B5EF4-FFF2-40B4-BE49-F238E27FC236}">
                <a16:creationId xmlns:a16="http://schemas.microsoft.com/office/drawing/2014/main" id="{71732C0A-2522-4CA6-A87C-130949E9E9F3}"/>
              </a:ext>
            </a:extLst>
          </p:cNvPr>
          <p:cNvSpPr txBox="1">
            <a:spLocks noChangeArrowheads="1"/>
          </p:cNvSpPr>
          <p:nvPr/>
        </p:nvSpPr>
        <p:spPr bwMode="auto">
          <a:xfrm rot="16200000">
            <a:off x="1835150" y="5069548"/>
            <a:ext cx="18161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a:latin typeface="Times New Roman" panose="02020603050405020304" pitchFamily="18" charset="0"/>
              </a:rPr>
              <a:t>Object Request Broker</a:t>
            </a:r>
          </a:p>
        </p:txBody>
      </p:sp>
    </p:spTree>
    <p:extLst>
      <p:ext uri="{BB962C8B-B14F-4D97-AF65-F5344CB8AC3E}">
        <p14:creationId xmlns:p14="http://schemas.microsoft.com/office/powerpoint/2010/main" val="12655186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1247" name="Line 15">
            <a:extLst>
              <a:ext uri="{FF2B5EF4-FFF2-40B4-BE49-F238E27FC236}">
                <a16:creationId xmlns:a16="http://schemas.microsoft.com/office/drawing/2014/main" id="{67ABD3CF-31BF-4FFC-AE39-1D43C2180247}"/>
              </a:ext>
            </a:extLst>
          </p:cNvPr>
          <p:cNvSpPr>
            <a:spLocks noChangeShapeType="1"/>
          </p:cNvSpPr>
          <p:nvPr/>
        </p:nvSpPr>
        <p:spPr bwMode="auto">
          <a:xfrm>
            <a:off x="6477003" y="1772316"/>
            <a:ext cx="1447800" cy="1447800"/>
          </a:xfrm>
          <a:prstGeom prst="line">
            <a:avLst/>
          </a:prstGeom>
          <a:noFill/>
          <a:ln w="28575">
            <a:solidFill>
              <a:srgbClr val="E2022D"/>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1246" name="Line 14">
            <a:extLst>
              <a:ext uri="{FF2B5EF4-FFF2-40B4-BE49-F238E27FC236}">
                <a16:creationId xmlns:a16="http://schemas.microsoft.com/office/drawing/2014/main" id="{A9B32B5D-E038-4902-A544-67CF2CFCAEC5}"/>
              </a:ext>
            </a:extLst>
          </p:cNvPr>
          <p:cNvSpPr>
            <a:spLocks noChangeShapeType="1"/>
          </p:cNvSpPr>
          <p:nvPr/>
        </p:nvSpPr>
        <p:spPr bwMode="auto">
          <a:xfrm>
            <a:off x="5638803" y="2305716"/>
            <a:ext cx="0" cy="1371600"/>
          </a:xfrm>
          <a:prstGeom prst="line">
            <a:avLst/>
          </a:prstGeom>
          <a:noFill/>
          <a:ln w="28575">
            <a:solidFill>
              <a:srgbClr val="E2022D"/>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1234" name="Rectangle 2">
            <a:extLst>
              <a:ext uri="{FF2B5EF4-FFF2-40B4-BE49-F238E27FC236}">
                <a16:creationId xmlns:a16="http://schemas.microsoft.com/office/drawing/2014/main" id="{65764C00-8025-46E4-9B45-A804881F1F73}"/>
              </a:ext>
            </a:extLst>
          </p:cNvPr>
          <p:cNvSpPr>
            <a:spLocks noGrp="1" noChangeArrowheads="1"/>
          </p:cNvSpPr>
          <p:nvPr>
            <p:ph type="title"/>
          </p:nvPr>
        </p:nvSpPr>
        <p:spPr>
          <a:xfrm>
            <a:off x="628650" y="365127"/>
            <a:ext cx="7886700" cy="396874"/>
          </a:xfrm>
        </p:spPr>
        <p:txBody>
          <a:bodyPr>
            <a:normAutofit fontScale="90000"/>
          </a:bodyPr>
          <a:lstStyle/>
          <a:p>
            <a:r>
              <a:rPr lang="en-US" altLang="en-US" dirty="0">
                <a:solidFill>
                  <a:srgbClr val="FF0000"/>
                </a:solidFill>
              </a:rPr>
              <a:t>ORB Architecture</a:t>
            </a:r>
          </a:p>
        </p:txBody>
      </p:sp>
      <p:sp>
        <p:nvSpPr>
          <p:cNvPr id="351238" name="AutoShape 6">
            <a:extLst>
              <a:ext uri="{FF2B5EF4-FFF2-40B4-BE49-F238E27FC236}">
                <a16:creationId xmlns:a16="http://schemas.microsoft.com/office/drawing/2014/main" id="{D9EDFAB6-427B-4C0D-8F82-636C41FC10E9}"/>
              </a:ext>
            </a:extLst>
          </p:cNvPr>
          <p:cNvSpPr>
            <a:spLocks noChangeArrowheads="1"/>
          </p:cNvSpPr>
          <p:nvPr/>
        </p:nvSpPr>
        <p:spPr bwMode="auto">
          <a:xfrm>
            <a:off x="4572003" y="324516"/>
            <a:ext cx="2057400" cy="2133600"/>
          </a:xfrm>
          <a:prstGeom prst="star16">
            <a:avLst>
              <a:gd name="adj" fmla="val 37500"/>
            </a:avLst>
          </a:prstGeom>
          <a:solidFill>
            <a:srgbClr val="FEF934"/>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1240" name="WordArt 8">
            <a:extLst>
              <a:ext uri="{FF2B5EF4-FFF2-40B4-BE49-F238E27FC236}">
                <a16:creationId xmlns:a16="http://schemas.microsoft.com/office/drawing/2014/main" id="{2215B535-FE61-4E01-9203-7C51556CF1B7}"/>
              </a:ext>
            </a:extLst>
          </p:cNvPr>
          <p:cNvSpPr>
            <a:spLocks noChangeArrowheads="1" noChangeShapeType="1" noTextEdit="1"/>
          </p:cNvSpPr>
          <p:nvPr/>
        </p:nvSpPr>
        <p:spPr bwMode="auto">
          <a:xfrm>
            <a:off x="5105403" y="1010316"/>
            <a:ext cx="990600" cy="690563"/>
          </a:xfrm>
          <a:prstGeom prst="rect">
            <a:avLst/>
          </a:prstGeom>
          <a:extLst>
            <a:ext uri="{AF507438-7753-43E0-B8FC-AC1667EBCBE1}">
              <a14:hiddenEffects xmlns:a14="http://schemas.microsoft.com/office/drawing/2010/main">
                <a:effectLst/>
              </a14:hiddenEffects>
            </a:ext>
          </a:extLst>
        </p:spPr>
        <p:txBody>
          <a:bodyPr wrap="none" fromWordArt="1">
            <a:prstTxWarp prst="textTriangle">
              <a:avLst>
                <a:gd name="adj" fmla="val 50000"/>
              </a:avLst>
            </a:prstTxWarp>
            <a:scene3d>
              <a:camera prst="legacyObliqueTopLeft"/>
              <a:lightRig rig="legacyNormal3" dir="r"/>
            </a:scene3d>
            <a:sp3d extrusionH="201600" prstMaterial="legacyMatte">
              <a:extrusionClr>
                <a:srgbClr val="0066CC"/>
              </a:extrusionClr>
              <a:contourClr>
                <a:srgbClr val="FFFFCC"/>
              </a:contourClr>
            </a:sp3d>
          </a:bodyPr>
          <a:lstStyle/>
          <a:p>
            <a:pPr algn="ctr">
              <a:buFontTx/>
              <a:buNone/>
            </a:pPr>
            <a:r>
              <a:rPr lang="en-US" sz="3600" b="1" kern="10">
                <a:ln w="9525">
                  <a:miter lim="800000"/>
                  <a:headEnd/>
                  <a:tailEnd/>
                </a:ln>
                <a:gradFill rotWithShape="0">
                  <a:gsLst>
                    <a:gs pos="0">
                      <a:srgbClr val="FFFFCC"/>
                    </a:gs>
                    <a:gs pos="100000">
                      <a:srgbClr val="FF9999"/>
                    </a:gs>
                  </a:gsLst>
                  <a:lin ang="5400000" scaled="1"/>
                </a:gradFill>
                <a:latin typeface="Times New Roman" panose="02020603050405020304" pitchFamily="18" charset="0"/>
                <a:cs typeface="Times New Roman" panose="02020603050405020304" pitchFamily="18" charset="0"/>
              </a:rPr>
              <a:t>ORB!</a:t>
            </a:r>
          </a:p>
        </p:txBody>
      </p:sp>
      <p:sp>
        <p:nvSpPr>
          <p:cNvPr id="351241" name="AutoShape 9">
            <a:extLst>
              <a:ext uri="{FF2B5EF4-FFF2-40B4-BE49-F238E27FC236}">
                <a16:creationId xmlns:a16="http://schemas.microsoft.com/office/drawing/2014/main" id="{1E524810-3881-4685-B1F8-3467BF3CF631}"/>
              </a:ext>
            </a:extLst>
          </p:cNvPr>
          <p:cNvSpPr>
            <a:spLocks noChangeArrowheads="1"/>
          </p:cNvSpPr>
          <p:nvPr/>
        </p:nvSpPr>
        <p:spPr bwMode="auto">
          <a:xfrm>
            <a:off x="2667003" y="3220116"/>
            <a:ext cx="1676400" cy="914400"/>
          </a:xfrm>
          <a:prstGeom prst="flowChartAlternateProcess">
            <a:avLst/>
          </a:prstGeom>
          <a:solidFill>
            <a:srgbClr val="8484FA"/>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1242" name="Rectangle 10">
            <a:extLst>
              <a:ext uri="{FF2B5EF4-FFF2-40B4-BE49-F238E27FC236}">
                <a16:creationId xmlns:a16="http://schemas.microsoft.com/office/drawing/2014/main" id="{A539FD0A-7425-4470-B705-B26F036E04CD}"/>
              </a:ext>
            </a:extLst>
          </p:cNvPr>
          <p:cNvSpPr>
            <a:spLocks noChangeArrowheads="1"/>
          </p:cNvSpPr>
          <p:nvPr/>
        </p:nvSpPr>
        <p:spPr bwMode="auto">
          <a:xfrm>
            <a:off x="6934203" y="3220116"/>
            <a:ext cx="1981200" cy="914400"/>
          </a:xfrm>
          <a:prstGeom prst="rect">
            <a:avLst/>
          </a:prstGeom>
          <a:solidFill>
            <a:srgbClr val="4E944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1243" name="Text Box 11">
            <a:extLst>
              <a:ext uri="{FF2B5EF4-FFF2-40B4-BE49-F238E27FC236}">
                <a16:creationId xmlns:a16="http://schemas.microsoft.com/office/drawing/2014/main" id="{60EE78CE-562A-4146-B032-8B9B45EEA77F}"/>
              </a:ext>
            </a:extLst>
          </p:cNvPr>
          <p:cNvSpPr txBox="1">
            <a:spLocks noChangeArrowheads="1"/>
          </p:cNvSpPr>
          <p:nvPr/>
        </p:nvSpPr>
        <p:spPr bwMode="auto">
          <a:xfrm>
            <a:off x="2895603" y="3372516"/>
            <a:ext cx="1127125"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FontTx/>
              <a:buNone/>
            </a:pPr>
            <a:r>
              <a:rPr kumimoji="0" lang="en-US" altLang="en-US">
                <a:solidFill>
                  <a:schemeClr val="bg1"/>
                </a:solidFill>
              </a:rPr>
              <a:t>Client</a:t>
            </a:r>
            <a:endParaRPr kumimoji="0" lang="en-US" altLang="en-US"/>
          </a:p>
        </p:txBody>
      </p:sp>
      <p:sp>
        <p:nvSpPr>
          <p:cNvPr id="351244" name="Text Box 12">
            <a:extLst>
              <a:ext uri="{FF2B5EF4-FFF2-40B4-BE49-F238E27FC236}">
                <a16:creationId xmlns:a16="http://schemas.microsoft.com/office/drawing/2014/main" id="{1BB5C9BB-EBD7-4950-924A-005C528AB4CC}"/>
              </a:ext>
            </a:extLst>
          </p:cNvPr>
          <p:cNvSpPr txBox="1">
            <a:spLocks noChangeArrowheads="1"/>
          </p:cNvSpPr>
          <p:nvPr/>
        </p:nvSpPr>
        <p:spPr bwMode="auto">
          <a:xfrm>
            <a:off x="7086603" y="3296316"/>
            <a:ext cx="1752600" cy="696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buFontTx/>
              <a:buNone/>
            </a:pPr>
            <a:r>
              <a:rPr kumimoji="0" lang="en-US" altLang="en-US" sz="1800">
                <a:solidFill>
                  <a:srgbClr val="FEF934"/>
                </a:solidFill>
              </a:rPr>
              <a:t>Remote Service</a:t>
            </a:r>
          </a:p>
          <a:p>
            <a:pPr algn="ctr">
              <a:buFontTx/>
              <a:buNone/>
            </a:pPr>
            <a:r>
              <a:rPr kumimoji="0" lang="en-US" altLang="en-US" sz="1800">
                <a:solidFill>
                  <a:srgbClr val="FEF934"/>
                </a:solidFill>
              </a:rPr>
              <a:t>(object)</a:t>
            </a:r>
          </a:p>
        </p:txBody>
      </p:sp>
      <p:sp>
        <p:nvSpPr>
          <p:cNvPr id="351245" name="Line 13">
            <a:extLst>
              <a:ext uri="{FF2B5EF4-FFF2-40B4-BE49-F238E27FC236}">
                <a16:creationId xmlns:a16="http://schemas.microsoft.com/office/drawing/2014/main" id="{208AF534-A811-49C3-9CB6-A445FAC174F5}"/>
              </a:ext>
            </a:extLst>
          </p:cNvPr>
          <p:cNvSpPr>
            <a:spLocks noChangeShapeType="1"/>
          </p:cNvSpPr>
          <p:nvPr/>
        </p:nvSpPr>
        <p:spPr bwMode="auto">
          <a:xfrm>
            <a:off x="4343403" y="3677316"/>
            <a:ext cx="2590800" cy="0"/>
          </a:xfrm>
          <a:prstGeom prst="line">
            <a:avLst/>
          </a:prstGeom>
          <a:noFill/>
          <a:ln w="28575">
            <a:solidFill>
              <a:schemeClr val="tx1"/>
            </a:solidFill>
            <a:miter lim="800000"/>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1248" name="Line 16">
            <a:extLst>
              <a:ext uri="{FF2B5EF4-FFF2-40B4-BE49-F238E27FC236}">
                <a16:creationId xmlns:a16="http://schemas.microsoft.com/office/drawing/2014/main" id="{EAF1EE5B-95FC-4F27-A050-6BB29792C7B0}"/>
              </a:ext>
            </a:extLst>
          </p:cNvPr>
          <p:cNvSpPr>
            <a:spLocks noChangeShapeType="1"/>
          </p:cNvSpPr>
          <p:nvPr/>
        </p:nvSpPr>
        <p:spPr bwMode="auto">
          <a:xfrm flipV="1">
            <a:off x="3429003" y="1772316"/>
            <a:ext cx="1219200" cy="1447800"/>
          </a:xfrm>
          <a:prstGeom prst="line">
            <a:avLst/>
          </a:prstGeom>
          <a:noFill/>
          <a:ln w="2857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1249" name="Text Box 17">
            <a:extLst>
              <a:ext uri="{FF2B5EF4-FFF2-40B4-BE49-F238E27FC236}">
                <a16:creationId xmlns:a16="http://schemas.microsoft.com/office/drawing/2014/main" id="{40A869E7-BCFE-4B15-96EB-993F75616EB2}"/>
              </a:ext>
            </a:extLst>
          </p:cNvPr>
          <p:cNvSpPr txBox="1">
            <a:spLocks noChangeArrowheads="1"/>
          </p:cNvSpPr>
          <p:nvPr/>
        </p:nvSpPr>
        <p:spPr bwMode="auto">
          <a:xfrm>
            <a:off x="3276603" y="1848516"/>
            <a:ext cx="928688" cy="560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buFontTx/>
              <a:buNone/>
            </a:pPr>
            <a:r>
              <a:rPr kumimoji="0" lang="en-US" altLang="en-US" sz="1400">
                <a:latin typeface="Courier New" panose="02070309020205020404" pitchFamily="49" charset="0"/>
              </a:rPr>
              <a:t>Request</a:t>
            </a:r>
          </a:p>
          <a:p>
            <a:pPr algn="ctr">
              <a:buFontTx/>
              <a:buNone/>
            </a:pPr>
            <a:r>
              <a:rPr kumimoji="0" lang="en-US" altLang="en-US" sz="1400">
                <a:latin typeface="Courier New" panose="02070309020205020404" pitchFamily="49" charset="0"/>
              </a:rPr>
              <a:t>Service</a:t>
            </a:r>
          </a:p>
        </p:txBody>
      </p:sp>
      <p:sp>
        <p:nvSpPr>
          <p:cNvPr id="351250" name="Text Box 18">
            <a:extLst>
              <a:ext uri="{FF2B5EF4-FFF2-40B4-BE49-F238E27FC236}">
                <a16:creationId xmlns:a16="http://schemas.microsoft.com/office/drawing/2014/main" id="{70BABBA4-25DC-479C-B30A-D208444BCECC}"/>
              </a:ext>
            </a:extLst>
          </p:cNvPr>
          <p:cNvSpPr txBox="1">
            <a:spLocks noChangeArrowheads="1"/>
          </p:cNvSpPr>
          <p:nvPr/>
        </p:nvSpPr>
        <p:spPr bwMode="auto">
          <a:xfrm>
            <a:off x="7110416" y="1848516"/>
            <a:ext cx="1035050" cy="560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buFontTx/>
              <a:buNone/>
            </a:pPr>
            <a:r>
              <a:rPr kumimoji="0" lang="en-US" altLang="en-US" sz="1400">
                <a:latin typeface="Courier New" panose="02070309020205020404" pitchFamily="49" charset="0"/>
              </a:rPr>
              <a:t>activate</a:t>
            </a:r>
          </a:p>
          <a:p>
            <a:pPr algn="ctr">
              <a:buFontTx/>
              <a:buNone/>
            </a:pPr>
            <a:r>
              <a:rPr kumimoji="0" lang="en-US" altLang="en-US" sz="1400">
                <a:latin typeface="Courier New" panose="02070309020205020404" pitchFamily="49" charset="0"/>
              </a:rPr>
              <a:t>Service</a:t>
            </a:r>
          </a:p>
        </p:txBody>
      </p:sp>
      <p:sp>
        <p:nvSpPr>
          <p:cNvPr id="351251" name="Text Box 19">
            <a:extLst>
              <a:ext uri="{FF2B5EF4-FFF2-40B4-BE49-F238E27FC236}">
                <a16:creationId xmlns:a16="http://schemas.microsoft.com/office/drawing/2014/main" id="{EB711079-77F9-4953-AD50-9DD9A803C757}"/>
              </a:ext>
            </a:extLst>
          </p:cNvPr>
          <p:cNvSpPr txBox="1">
            <a:spLocks noChangeArrowheads="1"/>
          </p:cNvSpPr>
          <p:nvPr/>
        </p:nvSpPr>
        <p:spPr bwMode="auto">
          <a:xfrm>
            <a:off x="5562603" y="2610516"/>
            <a:ext cx="1247775" cy="560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buFontTx/>
              <a:buNone/>
            </a:pPr>
            <a:r>
              <a:rPr kumimoji="0" lang="en-US" altLang="en-US" sz="1400">
                <a:latin typeface="Courier New" panose="02070309020205020404" pitchFamily="49" charset="0"/>
              </a:rPr>
              <a:t>Establish</a:t>
            </a:r>
          </a:p>
          <a:p>
            <a:pPr algn="ctr">
              <a:buFontTx/>
              <a:buNone/>
            </a:pPr>
            <a:r>
              <a:rPr kumimoji="0" lang="en-US" altLang="en-US" sz="1400">
                <a:latin typeface="Courier New" panose="02070309020205020404" pitchFamily="49" charset="0"/>
              </a:rPr>
              <a:t>connection</a:t>
            </a:r>
          </a:p>
        </p:txBody>
      </p:sp>
      <p:sp>
        <p:nvSpPr>
          <p:cNvPr id="351252" name="Text Box 20">
            <a:extLst>
              <a:ext uri="{FF2B5EF4-FFF2-40B4-BE49-F238E27FC236}">
                <a16:creationId xmlns:a16="http://schemas.microsoft.com/office/drawing/2014/main" id="{9D5DEB14-88D6-4FAF-B813-48ED4A272C33}"/>
              </a:ext>
            </a:extLst>
          </p:cNvPr>
          <p:cNvSpPr txBox="1">
            <a:spLocks noChangeArrowheads="1"/>
          </p:cNvSpPr>
          <p:nvPr/>
        </p:nvSpPr>
        <p:spPr bwMode="auto">
          <a:xfrm>
            <a:off x="4976816" y="3753516"/>
            <a:ext cx="1354137"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buFontTx/>
              <a:buNone/>
            </a:pPr>
            <a:r>
              <a:rPr kumimoji="0" lang="en-US" altLang="en-US" sz="1400">
                <a:latin typeface="Courier New" panose="02070309020205020404" pitchFamily="49" charset="0"/>
              </a:rPr>
              <a:t>communicate</a:t>
            </a:r>
          </a:p>
        </p:txBody>
      </p:sp>
      <p:sp>
        <p:nvSpPr>
          <p:cNvPr id="2" name="Rectangle 1">
            <a:extLst>
              <a:ext uri="{FF2B5EF4-FFF2-40B4-BE49-F238E27FC236}">
                <a16:creationId xmlns:a16="http://schemas.microsoft.com/office/drawing/2014/main" id="{B0FA1810-9B7A-4ADF-81AC-9ED6D67EC2C7}"/>
              </a:ext>
            </a:extLst>
          </p:cNvPr>
          <p:cNvSpPr/>
          <p:nvPr/>
        </p:nvSpPr>
        <p:spPr>
          <a:xfrm>
            <a:off x="361280" y="4210715"/>
            <a:ext cx="8573845" cy="2585323"/>
          </a:xfrm>
          <a:prstGeom prst="rect">
            <a:avLst/>
          </a:prstGeom>
        </p:spPr>
        <p:txBody>
          <a:bodyPr wrap="square">
            <a:spAutoFit/>
          </a:bodyPr>
          <a:lstStyle/>
          <a:p>
            <a:r>
              <a:rPr lang="en-US" altLang="en-US" sz="2400" dirty="0"/>
              <a:t>Think of an object request broker as a name service for objects.  </a:t>
            </a:r>
          </a:p>
          <a:p>
            <a:pPr lvl="1"/>
            <a:r>
              <a:rPr lang="en-US" altLang="en-US" dirty="0"/>
              <a:t>The server process registers its service with the ORB.  </a:t>
            </a:r>
          </a:p>
          <a:p>
            <a:pPr lvl="1"/>
            <a:r>
              <a:rPr lang="en-US" altLang="en-US" dirty="0"/>
              <a:t>The client contacts the ORB asking where it can find the service (resolving the location).  </a:t>
            </a:r>
          </a:p>
          <a:p>
            <a:pPr lvl="1"/>
            <a:r>
              <a:rPr lang="en-US" altLang="en-US" dirty="0"/>
              <a:t>But then the ORB takes us one step further, and actually sets up the client-server connection.</a:t>
            </a:r>
            <a:endParaRPr lang="en-US" altLang="en-US" sz="2400" dirty="0"/>
          </a:p>
          <a:p>
            <a:r>
              <a:rPr lang="en-US" altLang="en-US" sz="2400" dirty="0"/>
              <a:t>The best part is that the developer never has to worry about any of this.  To the programmer, the call looks like it is local to the client.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a:extLst>
              <a:ext uri="{FF2B5EF4-FFF2-40B4-BE49-F238E27FC236}">
                <a16:creationId xmlns:a16="http://schemas.microsoft.com/office/drawing/2014/main" id="{642110D2-B4CC-4DA5-8388-B02B89014D5C}"/>
              </a:ext>
            </a:extLst>
          </p:cNvPr>
          <p:cNvSpPr>
            <a:spLocks noGrp="1" noChangeArrowheads="1"/>
          </p:cNvSpPr>
          <p:nvPr>
            <p:ph type="title"/>
          </p:nvPr>
        </p:nvSpPr>
        <p:spPr>
          <a:xfrm>
            <a:off x="524036" y="215106"/>
            <a:ext cx="7886700" cy="925511"/>
          </a:xfrm>
        </p:spPr>
        <p:txBody>
          <a:bodyPr/>
          <a:lstStyle/>
          <a:p>
            <a:r>
              <a:rPr lang="en-US" altLang="en-US" sz="3200" dirty="0">
                <a:solidFill>
                  <a:srgbClr val="FF0000"/>
                </a:solidFill>
              </a:rPr>
              <a:t>Developing with Object-Oriented Middleware</a:t>
            </a:r>
          </a:p>
        </p:txBody>
      </p:sp>
      <p:sp>
        <p:nvSpPr>
          <p:cNvPr id="111619" name="Rectangle 3">
            <a:extLst>
              <a:ext uri="{FF2B5EF4-FFF2-40B4-BE49-F238E27FC236}">
                <a16:creationId xmlns:a16="http://schemas.microsoft.com/office/drawing/2014/main" id="{19929BA4-BC3C-4A9F-98DA-90D05E5C2282}"/>
              </a:ext>
            </a:extLst>
          </p:cNvPr>
          <p:cNvSpPr>
            <a:spLocks noGrp="1" noChangeArrowheads="1"/>
          </p:cNvSpPr>
          <p:nvPr>
            <p:ph type="body" idx="1"/>
          </p:nvPr>
        </p:nvSpPr>
        <p:spPr/>
        <p:txBody>
          <a:bodyPr/>
          <a:lstStyle/>
          <a:p>
            <a:pPr>
              <a:buFont typeface="Marlett" pitchFamily="2" charset="2"/>
              <a:buNone/>
            </a:pPr>
            <a:r>
              <a:rPr lang="en-US" altLang="en-US"/>
              <a:t> </a:t>
            </a:r>
          </a:p>
        </p:txBody>
      </p:sp>
      <p:sp>
        <p:nvSpPr>
          <p:cNvPr id="111620" name="Rectangle 4">
            <a:extLst>
              <a:ext uri="{FF2B5EF4-FFF2-40B4-BE49-F238E27FC236}">
                <a16:creationId xmlns:a16="http://schemas.microsoft.com/office/drawing/2014/main" id="{19F4AC9C-D8A7-4502-9BC5-61DFAFEF0230}"/>
              </a:ext>
            </a:extLst>
          </p:cNvPr>
          <p:cNvSpPr>
            <a:spLocks noChangeArrowheads="1"/>
          </p:cNvSpPr>
          <p:nvPr/>
        </p:nvSpPr>
        <p:spPr bwMode="auto">
          <a:xfrm>
            <a:off x="3581400" y="1447800"/>
            <a:ext cx="1371600" cy="533400"/>
          </a:xfrm>
          <a:prstGeom prst="rect">
            <a:avLst/>
          </a:prstGeom>
          <a:solidFill>
            <a:srgbClr val="66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1621" name="Text Box 5">
            <a:extLst>
              <a:ext uri="{FF2B5EF4-FFF2-40B4-BE49-F238E27FC236}">
                <a16:creationId xmlns:a16="http://schemas.microsoft.com/office/drawing/2014/main" id="{FDDD3C96-FD64-42CF-99D6-51BB0C72D48D}"/>
              </a:ext>
            </a:extLst>
          </p:cNvPr>
          <p:cNvSpPr txBox="1">
            <a:spLocks noChangeArrowheads="1"/>
          </p:cNvSpPr>
          <p:nvPr/>
        </p:nvSpPr>
        <p:spPr bwMode="auto">
          <a:xfrm>
            <a:off x="3733800" y="1600200"/>
            <a:ext cx="108267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US" sz="1400">
                <a:latin typeface="Times New Roman" panose="02020603050405020304" pitchFamily="18" charset="0"/>
              </a:rPr>
              <a:t>Design</a:t>
            </a:r>
          </a:p>
        </p:txBody>
      </p:sp>
      <p:sp>
        <p:nvSpPr>
          <p:cNvPr id="111622" name="Rectangle 6">
            <a:extLst>
              <a:ext uri="{FF2B5EF4-FFF2-40B4-BE49-F238E27FC236}">
                <a16:creationId xmlns:a16="http://schemas.microsoft.com/office/drawing/2014/main" id="{12B52795-BA4A-4097-B93C-24331E2E045B}"/>
              </a:ext>
            </a:extLst>
          </p:cNvPr>
          <p:cNvSpPr>
            <a:spLocks noChangeArrowheads="1"/>
          </p:cNvSpPr>
          <p:nvPr/>
        </p:nvSpPr>
        <p:spPr bwMode="auto">
          <a:xfrm>
            <a:off x="3581400" y="2438400"/>
            <a:ext cx="1371600" cy="533400"/>
          </a:xfrm>
          <a:prstGeom prst="rect">
            <a:avLst/>
          </a:prstGeom>
          <a:solidFill>
            <a:srgbClr val="FF66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1623" name="Text Box 7">
            <a:extLst>
              <a:ext uri="{FF2B5EF4-FFF2-40B4-BE49-F238E27FC236}">
                <a16:creationId xmlns:a16="http://schemas.microsoft.com/office/drawing/2014/main" id="{BD203062-72AE-4F51-A2B6-C2BA0D37BAD7}"/>
              </a:ext>
            </a:extLst>
          </p:cNvPr>
          <p:cNvSpPr txBox="1">
            <a:spLocks noChangeArrowheads="1"/>
          </p:cNvSpPr>
          <p:nvPr/>
        </p:nvSpPr>
        <p:spPr bwMode="auto">
          <a:xfrm>
            <a:off x="3733800" y="2438400"/>
            <a:ext cx="1082675"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US" sz="1400">
                <a:latin typeface="Times New Roman" panose="02020603050405020304" pitchFamily="18" charset="0"/>
              </a:rPr>
              <a:t>Interface Definition</a:t>
            </a:r>
          </a:p>
        </p:txBody>
      </p:sp>
      <p:sp>
        <p:nvSpPr>
          <p:cNvPr id="111624" name="Rectangle 8">
            <a:extLst>
              <a:ext uri="{FF2B5EF4-FFF2-40B4-BE49-F238E27FC236}">
                <a16:creationId xmlns:a16="http://schemas.microsoft.com/office/drawing/2014/main" id="{66E0A847-F641-41F1-8923-F41A08F185CC}"/>
              </a:ext>
            </a:extLst>
          </p:cNvPr>
          <p:cNvSpPr>
            <a:spLocks noChangeArrowheads="1"/>
          </p:cNvSpPr>
          <p:nvPr/>
        </p:nvSpPr>
        <p:spPr bwMode="auto">
          <a:xfrm>
            <a:off x="2438400" y="3429000"/>
            <a:ext cx="1371600" cy="5334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1625" name="Text Box 9">
            <a:extLst>
              <a:ext uri="{FF2B5EF4-FFF2-40B4-BE49-F238E27FC236}">
                <a16:creationId xmlns:a16="http://schemas.microsoft.com/office/drawing/2014/main" id="{9F346A89-39A3-4C90-934F-A6D9AB72CBE3}"/>
              </a:ext>
            </a:extLst>
          </p:cNvPr>
          <p:cNvSpPr txBox="1">
            <a:spLocks noChangeArrowheads="1"/>
          </p:cNvSpPr>
          <p:nvPr/>
        </p:nvSpPr>
        <p:spPr bwMode="auto">
          <a:xfrm>
            <a:off x="2590800" y="3429000"/>
            <a:ext cx="1082675"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US" sz="1400">
                <a:latin typeface="Times New Roman" panose="02020603050405020304" pitchFamily="18" charset="0"/>
              </a:rPr>
              <a:t>Server Stub Generation</a:t>
            </a:r>
          </a:p>
        </p:txBody>
      </p:sp>
      <p:sp>
        <p:nvSpPr>
          <p:cNvPr id="111626" name="Rectangle 10">
            <a:extLst>
              <a:ext uri="{FF2B5EF4-FFF2-40B4-BE49-F238E27FC236}">
                <a16:creationId xmlns:a16="http://schemas.microsoft.com/office/drawing/2014/main" id="{F387B119-90D9-4EEE-913A-63B0B0CE4B16}"/>
              </a:ext>
            </a:extLst>
          </p:cNvPr>
          <p:cNvSpPr>
            <a:spLocks noChangeArrowheads="1"/>
          </p:cNvSpPr>
          <p:nvPr/>
        </p:nvSpPr>
        <p:spPr bwMode="auto">
          <a:xfrm>
            <a:off x="4572000" y="3429000"/>
            <a:ext cx="1371600" cy="5334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1627" name="Text Box 11">
            <a:extLst>
              <a:ext uri="{FF2B5EF4-FFF2-40B4-BE49-F238E27FC236}">
                <a16:creationId xmlns:a16="http://schemas.microsoft.com/office/drawing/2014/main" id="{AECCDB75-24D4-4756-8663-23E35134121D}"/>
              </a:ext>
            </a:extLst>
          </p:cNvPr>
          <p:cNvSpPr txBox="1">
            <a:spLocks noChangeArrowheads="1"/>
          </p:cNvSpPr>
          <p:nvPr/>
        </p:nvSpPr>
        <p:spPr bwMode="auto">
          <a:xfrm>
            <a:off x="4724400" y="3429000"/>
            <a:ext cx="1082675"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US" sz="1400">
                <a:latin typeface="Times New Roman" panose="02020603050405020304" pitchFamily="18" charset="0"/>
              </a:rPr>
              <a:t>Client Stub Generation</a:t>
            </a:r>
          </a:p>
        </p:txBody>
      </p:sp>
      <p:sp>
        <p:nvSpPr>
          <p:cNvPr id="111628" name="Rectangle 12">
            <a:extLst>
              <a:ext uri="{FF2B5EF4-FFF2-40B4-BE49-F238E27FC236}">
                <a16:creationId xmlns:a16="http://schemas.microsoft.com/office/drawing/2014/main" id="{2E97041D-A840-44E4-B37E-0077D8587E33}"/>
              </a:ext>
            </a:extLst>
          </p:cNvPr>
          <p:cNvSpPr>
            <a:spLocks noChangeArrowheads="1"/>
          </p:cNvSpPr>
          <p:nvPr/>
        </p:nvSpPr>
        <p:spPr bwMode="auto">
          <a:xfrm>
            <a:off x="4648200" y="4495800"/>
            <a:ext cx="1371600" cy="5334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1629" name="Text Box 13">
            <a:extLst>
              <a:ext uri="{FF2B5EF4-FFF2-40B4-BE49-F238E27FC236}">
                <a16:creationId xmlns:a16="http://schemas.microsoft.com/office/drawing/2014/main" id="{538B4011-9291-4E4E-B209-80BC2F2C6E17}"/>
              </a:ext>
            </a:extLst>
          </p:cNvPr>
          <p:cNvSpPr txBox="1">
            <a:spLocks noChangeArrowheads="1"/>
          </p:cNvSpPr>
          <p:nvPr/>
        </p:nvSpPr>
        <p:spPr bwMode="auto">
          <a:xfrm>
            <a:off x="4800600" y="4495800"/>
            <a:ext cx="1082675"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US" sz="1400">
                <a:latin typeface="Times New Roman" panose="02020603050405020304" pitchFamily="18" charset="0"/>
              </a:rPr>
              <a:t>Client Coding</a:t>
            </a:r>
          </a:p>
        </p:txBody>
      </p:sp>
      <p:sp>
        <p:nvSpPr>
          <p:cNvPr id="111630" name="Rectangle 14">
            <a:extLst>
              <a:ext uri="{FF2B5EF4-FFF2-40B4-BE49-F238E27FC236}">
                <a16:creationId xmlns:a16="http://schemas.microsoft.com/office/drawing/2014/main" id="{FBBECFEC-41C6-49C8-85DC-63C967E373F1}"/>
              </a:ext>
            </a:extLst>
          </p:cNvPr>
          <p:cNvSpPr>
            <a:spLocks noChangeArrowheads="1"/>
          </p:cNvSpPr>
          <p:nvPr/>
        </p:nvSpPr>
        <p:spPr bwMode="auto">
          <a:xfrm>
            <a:off x="2362200" y="4495800"/>
            <a:ext cx="1371600" cy="5334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1631" name="Text Box 15">
            <a:extLst>
              <a:ext uri="{FF2B5EF4-FFF2-40B4-BE49-F238E27FC236}">
                <a16:creationId xmlns:a16="http://schemas.microsoft.com/office/drawing/2014/main" id="{CEF49BDF-56C5-44BF-B876-C82BAF81B200}"/>
              </a:ext>
            </a:extLst>
          </p:cNvPr>
          <p:cNvSpPr txBox="1">
            <a:spLocks noChangeArrowheads="1"/>
          </p:cNvSpPr>
          <p:nvPr/>
        </p:nvSpPr>
        <p:spPr bwMode="auto">
          <a:xfrm>
            <a:off x="2514600" y="4495800"/>
            <a:ext cx="1082675"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US" sz="1400">
                <a:latin typeface="Times New Roman" panose="02020603050405020304" pitchFamily="18" charset="0"/>
              </a:rPr>
              <a:t>Server Coding</a:t>
            </a:r>
          </a:p>
        </p:txBody>
      </p:sp>
      <p:sp>
        <p:nvSpPr>
          <p:cNvPr id="111632" name="Rectangle 16">
            <a:extLst>
              <a:ext uri="{FF2B5EF4-FFF2-40B4-BE49-F238E27FC236}">
                <a16:creationId xmlns:a16="http://schemas.microsoft.com/office/drawing/2014/main" id="{AC71A8EB-FFCB-4287-85B1-E80436E0C9E5}"/>
              </a:ext>
            </a:extLst>
          </p:cNvPr>
          <p:cNvSpPr>
            <a:spLocks noChangeArrowheads="1"/>
          </p:cNvSpPr>
          <p:nvPr/>
        </p:nvSpPr>
        <p:spPr bwMode="auto">
          <a:xfrm>
            <a:off x="2286000" y="5562600"/>
            <a:ext cx="1371600" cy="533400"/>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1633" name="Text Box 17">
            <a:extLst>
              <a:ext uri="{FF2B5EF4-FFF2-40B4-BE49-F238E27FC236}">
                <a16:creationId xmlns:a16="http://schemas.microsoft.com/office/drawing/2014/main" id="{4BDF6422-47EE-47E1-86A7-A0C0ABE0AEC0}"/>
              </a:ext>
            </a:extLst>
          </p:cNvPr>
          <p:cNvSpPr txBox="1">
            <a:spLocks noChangeArrowheads="1"/>
          </p:cNvSpPr>
          <p:nvPr/>
        </p:nvSpPr>
        <p:spPr bwMode="auto">
          <a:xfrm>
            <a:off x="2438400" y="5562600"/>
            <a:ext cx="1082675"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US" sz="1400">
                <a:latin typeface="Times New Roman" panose="02020603050405020304" pitchFamily="18" charset="0"/>
              </a:rPr>
              <a:t>Server Registration</a:t>
            </a:r>
          </a:p>
        </p:txBody>
      </p:sp>
      <p:sp>
        <p:nvSpPr>
          <p:cNvPr id="111634" name="Line 18">
            <a:extLst>
              <a:ext uri="{FF2B5EF4-FFF2-40B4-BE49-F238E27FC236}">
                <a16:creationId xmlns:a16="http://schemas.microsoft.com/office/drawing/2014/main" id="{6D519264-9593-447C-899D-A6EA603C6B17}"/>
              </a:ext>
            </a:extLst>
          </p:cNvPr>
          <p:cNvSpPr>
            <a:spLocks noChangeShapeType="1"/>
          </p:cNvSpPr>
          <p:nvPr/>
        </p:nvSpPr>
        <p:spPr bwMode="auto">
          <a:xfrm>
            <a:off x="4191000" y="198120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1635" name="Line 19">
            <a:extLst>
              <a:ext uri="{FF2B5EF4-FFF2-40B4-BE49-F238E27FC236}">
                <a16:creationId xmlns:a16="http://schemas.microsoft.com/office/drawing/2014/main" id="{E052D3A9-D005-42C5-BB50-DB6FD1A02D32}"/>
              </a:ext>
            </a:extLst>
          </p:cNvPr>
          <p:cNvSpPr>
            <a:spLocks noChangeShapeType="1"/>
          </p:cNvSpPr>
          <p:nvPr/>
        </p:nvSpPr>
        <p:spPr bwMode="auto">
          <a:xfrm flipH="1">
            <a:off x="3048000" y="2971800"/>
            <a:ext cx="121920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1636" name="Line 20">
            <a:extLst>
              <a:ext uri="{FF2B5EF4-FFF2-40B4-BE49-F238E27FC236}">
                <a16:creationId xmlns:a16="http://schemas.microsoft.com/office/drawing/2014/main" id="{337BB11A-1C79-4640-B289-426EBD914F46}"/>
              </a:ext>
            </a:extLst>
          </p:cNvPr>
          <p:cNvSpPr>
            <a:spLocks noChangeShapeType="1"/>
          </p:cNvSpPr>
          <p:nvPr/>
        </p:nvSpPr>
        <p:spPr bwMode="auto">
          <a:xfrm>
            <a:off x="4267200" y="2971800"/>
            <a:ext cx="99060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1637" name="Line 21">
            <a:extLst>
              <a:ext uri="{FF2B5EF4-FFF2-40B4-BE49-F238E27FC236}">
                <a16:creationId xmlns:a16="http://schemas.microsoft.com/office/drawing/2014/main" id="{B9BA46E2-D310-4B13-8CC8-48C4147D3CE2}"/>
              </a:ext>
            </a:extLst>
          </p:cNvPr>
          <p:cNvSpPr>
            <a:spLocks noChangeShapeType="1"/>
          </p:cNvSpPr>
          <p:nvPr/>
        </p:nvSpPr>
        <p:spPr bwMode="auto">
          <a:xfrm>
            <a:off x="3048000" y="3962400"/>
            <a:ext cx="0" cy="533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1638" name="Line 22">
            <a:extLst>
              <a:ext uri="{FF2B5EF4-FFF2-40B4-BE49-F238E27FC236}">
                <a16:creationId xmlns:a16="http://schemas.microsoft.com/office/drawing/2014/main" id="{DC4C8CAF-1A72-4172-98C0-A4A504552CBA}"/>
              </a:ext>
            </a:extLst>
          </p:cNvPr>
          <p:cNvSpPr>
            <a:spLocks noChangeShapeType="1"/>
          </p:cNvSpPr>
          <p:nvPr/>
        </p:nvSpPr>
        <p:spPr bwMode="auto">
          <a:xfrm>
            <a:off x="5257800" y="3962400"/>
            <a:ext cx="0" cy="533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1639" name="Line 23">
            <a:extLst>
              <a:ext uri="{FF2B5EF4-FFF2-40B4-BE49-F238E27FC236}">
                <a16:creationId xmlns:a16="http://schemas.microsoft.com/office/drawing/2014/main" id="{A07E29E2-9A15-4E5E-83B6-D528C540D0AF}"/>
              </a:ext>
            </a:extLst>
          </p:cNvPr>
          <p:cNvSpPr>
            <a:spLocks noChangeShapeType="1"/>
          </p:cNvSpPr>
          <p:nvPr/>
        </p:nvSpPr>
        <p:spPr bwMode="auto">
          <a:xfrm>
            <a:off x="2971800" y="5029200"/>
            <a:ext cx="0" cy="533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8933560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a:extLst>
              <a:ext uri="{FF2B5EF4-FFF2-40B4-BE49-F238E27FC236}">
                <a16:creationId xmlns:a16="http://schemas.microsoft.com/office/drawing/2014/main" id="{9ECADD9F-C92F-4DDB-9691-E22C9AE8DBCF}"/>
              </a:ext>
            </a:extLst>
          </p:cNvPr>
          <p:cNvSpPr>
            <a:spLocks noGrp="1" noChangeArrowheads="1"/>
          </p:cNvSpPr>
          <p:nvPr>
            <p:ph type="title"/>
          </p:nvPr>
        </p:nvSpPr>
        <p:spPr/>
        <p:txBody>
          <a:bodyPr/>
          <a:lstStyle/>
          <a:p>
            <a:r>
              <a:rPr lang="en-US" altLang="en-US" sz="3200" dirty="0">
                <a:solidFill>
                  <a:srgbClr val="FF0000"/>
                </a:solidFill>
              </a:rPr>
              <a:t>Implementation of Client Objects</a:t>
            </a:r>
          </a:p>
        </p:txBody>
      </p:sp>
      <p:sp>
        <p:nvSpPr>
          <p:cNvPr id="116739" name="Rectangle 3">
            <a:extLst>
              <a:ext uri="{FF2B5EF4-FFF2-40B4-BE49-F238E27FC236}">
                <a16:creationId xmlns:a16="http://schemas.microsoft.com/office/drawing/2014/main" id="{1EED805B-E659-45FB-BE64-49541E6D24E7}"/>
              </a:ext>
            </a:extLst>
          </p:cNvPr>
          <p:cNvSpPr>
            <a:spLocks noGrp="1" noChangeArrowheads="1"/>
          </p:cNvSpPr>
          <p:nvPr>
            <p:ph type="body" idx="1"/>
          </p:nvPr>
        </p:nvSpPr>
        <p:spPr/>
        <p:txBody>
          <a:bodyPr/>
          <a:lstStyle/>
          <a:p>
            <a:r>
              <a:rPr lang="en-US" altLang="en-US" dirty="0"/>
              <a:t>An object request is made by a client calling a local method of a client stub</a:t>
            </a:r>
          </a:p>
          <a:p>
            <a:r>
              <a:rPr lang="en-US" altLang="en-US" dirty="0"/>
              <a:t>Stubs can achieve access transparency</a:t>
            </a:r>
          </a:p>
          <a:p>
            <a:r>
              <a:rPr lang="en-US" altLang="en-US" dirty="0"/>
              <a:t>Middleware may shortcut a stub if server and client reside on the same host</a:t>
            </a:r>
          </a:p>
        </p:txBody>
      </p:sp>
    </p:spTree>
    <p:extLst>
      <p:ext uri="{BB962C8B-B14F-4D97-AF65-F5344CB8AC3E}">
        <p14:creationId xmlns:p14="http://schemas.microsoft.com/office/powerpoint/2010/main" val="9537109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a:extLst>
              <a:ext uri="{FF2B5EF4-FFF2-40B4-BE49-F238E27FC236}">
                <a16:creationId xmlns:a16="http://schemas.microsoft.com/office/drawing/2014/main" id="{18541DBD-0110-40D4-BE3B-F077AB208FDD}"/>
              </a:ext>
            </a:extLst>
          </p:cNvPr>
          <p:cNvSpPr>
            <a:spLocks noGrp="1" noChangeArrowheads="1"/>
          </p:cNvSpPr>
          <p:nvPr>
            <p:ph type="title"/>
          </p:nvPr>
        </p:nvSpPr>
        <p:spPr>
          <a:xfrm>
            <a:off x="628650" y="365127"/>
            <a:ext cx="7886700" cy="708024"/>
          </a:xfrm>
        </p:spPr>
        <p:txBody>
          <a:bodyPr/>
          <a:lstStyle/>
          <a:p>
            <a:r>
              <a:rPr lang="en-US" altLang="en-US" sz="3200" dirty="0">
                <a:solidFill>
                  <a:srgbClr val="FF0000"/>
                </a:solidFill>
              </a:rPr>
              <a:t>Implementation of Server Objects</a:t>
            </a:r>
          </a:p>
        </p:txBody>
      </p:sp>
      <p:sp>
        <p:nvSpPr>
          <p:cNvPr id="117763" name="Rectangle 3">
            <a:extLst>
              <a:ext uri="{FF2B5EF4-FFF2-40B4-BE49-F238E27FC236}">
                <a16:creationId xmlns:a16="http://schemas.microsoft.com/office/drawing/2014/main" id="{7F9FA582-0B36-436C-B35C-E2CF7C51F1A5}"/>
              </a:ext>
            </a:extLst>
          </p:cNvPr>
          <p:cNvSpPr>
            <a:spLocks noGrp="1" noChangeArrowheads="1"/>
          </p:cNvSpPr>
          <p:nvPr>
            <p:ph type="body" idx="1"/>
          </p:nvPr>
        </p:nvSpPr>
        <p:spPr>
          <a:xfrm>
            <a:off x="628650" y="1639699"/>
            <a:ext cx="8189886" cy="1057084"/>
          </a:xfrm>
        </p:spPr>
        <p:txBody>
          <a:bodyPr/>
          <a:lstStyle/>
          <a:p>
            <a:r>
              <a:rPr lang="en-US" altLang="en-US" dirty="0"/>
              <a:t>The generated server stub has to call the server implementation that an application builder </a:t>
            </a:r>
            <a:r>
              <a:rPr lang="en-US" altLang="en-US"/>
              <a:t>designed.</a:t>
            </a:r>
            <a:endParaRPr lang="en-US" altLang="en-US" dirty="0"/>
          </a:p>
        </p:txBody>
      </p:sp>
      <p:sp>
        <p:nvSpPr>
          <p:cNvPr id="117790" name="Text Box 30">
            <a:extLst>
              <a:ext uri="{FF2B5EF4-FFF2-40B4-BE49-F238E27FC236}">
                <a16:creationId xmlns:a16="http://schemas.microsoft.com/office/drawing/2014/main" id="{5AAB42B0-2B1B-4F68-A704-29FA5E6F5253}"/>
              </a:ext>
            </a:extLst>
          </p:cNvPr>
          <p:cNvSpPr txBox="1">
            <a:spLocks noChangeArrowheads="1"/>
          </p:cNvSpPr>
          <p:nvPr/>
        </p:nvSpPr>
        <p:spPr bwMode="auto">
          <a:xfrm>
            <a:off x="2717205" y="3752661"/>
            <a:ext cx="1370013" cy="3143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a:latin typeface="Times New Roman" panose="02020603050405020304" pitchFamily="18" charset="0"/>
              </a:rPr>
              <a:t>Player_Dispatch</a:t>
            </a:r>
          </a:p>
        </p:txBody>
      </p:sp>
      <p:sp>
        <p:nvSpPr>
          <p:cNvPr id="117791" name="Text Box 31">
            <a:extLst>
              <a:ext uri="{FF2B5EF4-FFF2-40B4-BE49-F238E27FC236}">
                <a16:creationId xmlns:a16="http://schemas.microsoft.com/office/drawing/2014/main" id="{59801349-1CE9-4421-8C83-56C31C0C32CB}"/>
              </a:ext>
            </a:extLst>
          </p:cNvPr>
          <p:cNvSpPr txBox="1">
            <a:spLocks noChangeArrowheads="1"/>
          </p:cNvSpPr>
          <p:nvPr/>
        </p:nvSpPr>
        <p:spPr bwMode="auto">
          <a:xfrm>
            <a:off x="4911130" y="3741548"/>
            <a:ext cx="1235075" cy="52705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US" sz="1400">
                <a:latin typeface="Times New Roman" panose="02020603050405020304" pitchFamily="18" charset="0"/>
              </a:rPr>
              <a:t>&lt;&lt;Interface&gt;&gt; Player_Imp</a:t>
            </a:r>
          </a:p>
        </p:txBody>
      </p:sp>
      <p:sp>
        <p:nvSpPr>
          <p:cNvPr id="117792" name="Text Box 32">
            <a:extLst>
              <a:ext uri="{FF2B5EF4-FFF2-40B4-BE49-F238E27FC236}">
                <a16:creationId xmlns:a16="http://schemas.microsoft.com/office/drawing/2014/main" id="{D4B25679-DC83-48E3-ADF1-A41C77A0442E}"/>
              </a:ext>
            </a:extLst>
          </p:cNvPr>
          <p:cNvSpPr txBox="1">
            <a:spLocks noChangeArrowheads="1"/>
          </p:cNvSpPr>
          <p:nvPr/>
        </p:nvSpPr>
        <p:spPr bwMode="auto">
          <a:xfrm>
            <a:off x="4850805" y="5113148"/>
            <a:ext cx="1200150" cy="3143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a:latin typeface="Times New Roman" panose="02020603050405020304" pitchFamily="18" charset="0"/>
              </a:rPr>
              <a:t>Player_Server</a:t>
            </a:r>
          </a:p>
        </p:txBody>
      </p:sp>
      <p:sp>
        <p:nvSpPr>
          <p:cNvPr id="117793" name="Line 33">
            <a:extLst>
              <a:ext uri="{FF2B5EF4-FFF2-40B4-BE49-F238E27FC236}">
                <a16:creationId xmlns:a16="http://schemas.microsoft.com/office/drawing/2014/main" id="{FF44BB23-A47C-4DB8-84A7-428645268FD0}"/>
              </a:ext>
            </a:extLst>
          </p:cNvPr>
          <p:cNvSpPr>
            <a:spLocks noChangeShapeType="1"/>
          </p:cNvSpPr>
          <p:nvPr/>
        </p:nvSpPr>
        <p:spPr bwMode="auto">
          <a:xfrm flipV="1">
            <a:off x="5460405" y="4274948"/>
            <a:ext cx="0" cy="838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7794" name="Line 34">
            <a:extLst>
              <a:ext uri="{FF2B5EF4-FFF2-40B4-BE49-F238E27FC236}">
                <a16:creationId xmlns:a16="http://schemas.microsoft.com/office/drawing/2014/main" id="{5A85B054-6AC2-46F3-A6ED-C0CFD2053887}"/>
              </a:ext>
            </a:extLst>
          </p:cNvPr>
          <p:cNvSpPr>
            <a:spLocks noChangeShapeType="1"/>
          </p:cNvSpPr>
          <p:nvPr/>
        </p:nvSpPr>
        <p:spPr bwMode="auto">
          <a:xfrm>
            <a:off x="4104680" y="3893948"/>
            <a:ext cx="838200" cy="0"/>
          </a:xfrm>
          <a:prstGeom prst="line">
            <a:avLst/>
          </a:prstGeom>
          <a:noFill/>
          <a:ln w="9525">
            <a:solidFill>
              <a:schemeClr val="tx1"/>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7795" name="Text Box 35">
            <a:extLst>
              <a:ext uri="{FF2B5EF4-FFF2-40B4-BE49-F238E27FC236}">
                <a16:creationId xmlns:a16="http://schemas.microsoft.com/office/drawing/2014/main" id="{17F1359F-146D-4D30-9702-528C5F48F99B}"/>
              </a:ext>
            </a:extLst>
          </p:cNvPr>
          <p:cNvSpPr txBox="1">
            <a:spLocks noChangeArrowheads="1"/>
          </p:cNvSpPr>
          <p:nvPr/>
        </p:nvSpPr>
        <p:spPr bwMode="auto">
          <a:xfrm>
            <a:off x="3971330" y="3589148"/>
            <a:ext cx="9715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a:t>&lt;&lt;uses&gt;&gt;</a:t>
            </a:r>
          </a:p>
        </p:txBody>
      </p:sp>
      <p:sp>
        <p:nvSpPr>
          <p:cNvPr id="117796" name="Text Box 36">
            <a:extLst>
              <a:ext uri="{FF2B5EF4-FFF2-40B4-BE49-F238E27FC236}">
                <a16:creationId xmlns:a16="http://schemas.microsoft.com/office/drawing/2014/main" id="{EF5BAB82-859E-4F7D-AE72-3CA77260A12A}"/>
              </a:ext>
            </a:extLst>
          </p:cNvPr>
          <p:cNvSpPr txBox="1">
            <a:spLocks noChangeArrowheads="1"/>
          </p:cNvSpPr>
          <p:nvPr/>
        </p:nvSpPr>
        <p:spPr bwMode="auto">
          <a:xfrm>
            <a:off x="3871318" y="4579748"/>
            <a:ext cx="1512887"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a:t>&lt;&lt;Implements&gt;&gt;</a:t>
            </a:r>
          </a:p>
        </p:txBody>
      </p:sp>
      <p:sp>
        <p:nvSpPr>
          <p:cNvPr id="117798" name="Text Box 38">
            <a:extLst>
              <a:ext uri="{FF2B5EF4-FFF2-40B4-BE49-F238E27FC236}">
                <a16:creationId xmlns:a16="http://schemas.microsoft.com/office/drawing/2014/main" id="{A7A36EC3-518E-4096-8B52-3AD7148D150A}"/>
              </a:ext>
            </a:extLst>
          </p:cNvPr>
          <p:cNvSpPr txBox="1">
            <a:spLocks noChangeArrowheads="1"/>
          </p:cNvSpPr>
          <p:nvPr/>
        </p:nvSpPr>
        <p:spPr bwMode="auto">
          <a:xfrm>
            <a:off x="3250605" y="6179948"/>
            <a:ext cx="1981200" cy="37623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en-US"/>
              <a:t>Interface</a:t>
            </a:r>
          </a:p>
        </p:txBody>
      </p:sp>
    </p:spTree>
    <p:extLst>
      <p:ext uri="{BB962C8B-B14F-4D97-AF65-F5344CB8AC3E}">
        <p14:creationId xmlns:p14="http://schemas.microsoft.com/office/powerpoint/2010/main" val="2021803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a:extLst>
              <a:ext uri="{FF2B5EF4-FFF2-40B4-BE49-F238E27FC236}">
                <a16:creationId xmlns:a16="http://schemas.microsoft.com/office/drawing/2014/main" id="{A0C36A6C-5615-4B14-B441-E1AEA877C1AC}"/>
              </a:ext>
            </a:extLst>
          </p:cNvPr>
          <p:cNvSpPr>
            <a:spLocks noGrp="1" noChangeArrowheads="1"/>
          </p:cNvSpPr>
          <p:nvPr>
            <p:ph type="title"/>
          </p:nvPr>
        </p:nvSpPr>
        <p:spPr>
          <a:xfrm>
            <a:off x="628650" y="365126"/>
            <a:ext cx="7886700" cy="998725"/>
          </a:xfrm>
        </p:spPr>
        <p:txBody>
          <a:bodyPr/>
          <a:lstStyle/>
          <a:p>
            <a:r>
              <a:rPr lang="en-US" altLang="en-US" sz="3200" dirty="0">
                <a:solidFill>
                  <a:srgbClr val="FF0000"/>
                </a:solidFill>
              </a:rPr>
              <a:t>Server Registration</a:t>
            </a:r>
          </a:p>
        </p:txBody>
      </p:sp>
      <p:sp>
        <p:nvSpPr>
          <p:cNvPr id="118787" name="Rectangle 3">
            <a:extLst>
              <a:ext uri="{FF2B5EF4-FFF2-40B4-BE49-F238E27FC236}">
                <a16:creationId xmlns:a16="http://schemas.microsoft.com/office/drawing/2014/main" id="{8A005B40-1177-4AA1-8657-9A0036C4AD41}"/>
              </a:ext>
            </a:extLst>
          </p:cNvPr>
          <p:cNvSpPr>
            <a:spLocks noGrp="1" noChangeArrowheads="1"/>
          </p:cNvSpPr>
          <p:nvPr>
            <p:ph type="body" idx="1"/>
          </p:nvPr>
        </p:nvSpPr>
        <p:spPr>
          <a:xfrm>
            <a:off x="344245" y="1841124"/>
            <a:ext cx="8598277" cy="4351338"/>
          </a:xfrm>
        </p:spPr>
        <p:txBody>
          <a:bodyPr>
            <a:normAutofit lnSpcReduction="10000"/>
          </a:bodyPr>
          <a:lstStyle/>
          <a:p>
            <a:r>
              <a:rPr lang="en-US" altLang="en-US" dirty="0"/>
              <a:t>Server object must be registered</a:t>
            </a:r>
          </a:p>
          <a:p>
            <a:pPr lvl="1"/>
            <a:r>
              <a:rPr lang="en-US" altLang="en-US" dirty="0"/>
              <a:t>Registry</a:t>
            </a:r>
          </a:p>
          <a:p>
            <a:pPr lvl="1"/>
            <a:r>
              <a:rPr lang="en-US" altLang="en-US" dirty="0"/>
              <a:t>Implementation repository</a:t>
            </a:r>
          </a:p>
          <a:p>
            <a:pPr lvl="1">
              <a:buFont typeface="Marlett" pitchFamily="2" charset="2"/>
              <a:buNone/>
            </a:pPr>
            <a:endParaRPr lang="en-US" altLang="en-US" dirty="0"/>
          </a:p>
          <a:p>
            <a:r>
              <a:rPr lang="en-US" altLang="en-US" dirty="0"/>
              <a:t>System administrator maintain the repository</a:t>
            </a:r>
          </a:p>
          <a:p>
            <a:pPr>
              <a:buFont typeface="Marlett" pitchFamily="2" charset="2"/>
              <a:buNone/>
            </a:pPr>
            <a:endParaRPr lang="en-US" altLang="en-US" dirty="0"/>
          </a:p>
          <a:p>
            <a:r>
              <a:rPr lang="en-US" altLang="en-US" dirty="0"/>
              <a:t>Middleware provide tools for maintaining the repository</a:t>
            </a:r>
          </a:p>
          <a:p>
            <a:pPr lvl="1"/>
            <a:r>
              <a:rPr lang="en-US" altLang="en-US" dirty="0"/>
              <a:t>Register new server objects</a:t>
            </a:r>
          </a:p>
          <a:p>
            <a:pPr lvl="1"/>
            <a:r>
              <a:rPr lang="en-US" altLang="en-US" dirty="0"/>
              <a:t>Startup server objects</a:t>
            </a:r>
          </a:p>
          <a:p>
            <a:pPr lvl="1"/>
            <a:r>
              <a:rPr lang="en-US" altLang="en-US" dirty="0"/>
              <a:t>Stop/delete existing server objects</a:t>
            </a:r>
          </a:p>
        </p:txBody>
      </p:sp>
    </p:spTree>
    <p:extLst>
      <p:ext uri="{BB962C8B-B14F-4D97-AF65-F5344CB8AC3E}">
        <p14:creationId xmlns:p14="http://schemas.microsoft.com/office/powerpoint/2010/main" val="7254918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3152" y="2337069"/>
            <a:ext cx="7886700" cy="4351338"/>
          </a:xfrm>
        </p:spPr>
        <p:txBody>
          <a:bodyPr>
            <a:normAutofit/>
          </a:bodyPr>
          <a:lstStyle/>
          <a:p>
            <a:pPr marL="0" indent="0" algn="ctr">
              <a:buNone/>
            </a:pPr>
            <a:r>
              <a:rPr lang="en-GB" sz="9600" dirty="0">
                <a:solidFill>
                  <a:srgbClr val="FF0000"/>
                </a:solidFill>
              </a:rPr>
              <a:t>CORBA</a:t>
            </a:r>
            <a:endParaRPr lang="en-US" sz="9600" dirty="0">
              <a:solidFill>
                <a:srgbClr val="FF0000"/>
              </a:solidFill>
            </a:endParaRPr>
          </a:p>
        </p:txBody>
      </p:sp>
    </p:spTree>
    <p:extLst>
      <p:ext uri="{BB962C8B-B14F-4D97-AF65-F5344CB8AC3E}">
        <p14:creationId xmlns:p14="http://schemas.microsoft.com/office/powerpoint/2010/main" val="8903821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791CDFAB-D73D-4960-8279-7A9ECC7DC567}"/>
              </a:ext>
            </a:extLst>
          </p:cNvPr>
          <p:cNvSpPr>
            <a:spLocks noGrp="1"/>
          </p:cNvSpPr>
          <p:nvPr>
            <p:ph type="sldNum" sz="quarter" idx="12"/>
          </p:nvPr>
        </p:nvSpPr>
        <p:spPr/>
        <p:txBody>
          <a:bodyPr/>
          <a:lstStyle/>
          <a:p>
            <a:fld id="{D91C395B-BCE3-454D-B484-FF86E81900DF}" type="slidenum">
              <a:rPr lang="en-US" altLang="en-US"/>
              <a:pPr/>
              <a:t>20</a:t>
            </a:fld>
            <a:endParaRPr lang="en-US" altLang="en-US"/>
          </a:p>
        </p:txBody>
      </p:sp>
      <p:sp>
        <p:nvSpPr>
          <p:cNvPr id="308226" name="Rectangle 2">
            <a:extLst>
              <a:ext uri="{FF2B5EF4-FFF2-40B4-BE49-F238E27FC236}">
                <a16:creationId xmlns:a16="http://schemas.microsoft.com/office/drawing/2014/main" id="{3C670912-8E23-472C-90A5-1AB19CAA115B}"/>
              </a:ext>
            </a:extLst>
          </p:cNvPr>
          <p:cNvSpPr>
            <a:spLocks noGrp="1" noChangeArrowheads="1"/>
          </p:cNvSpPr>
          <p:nvPr>
            <p:ph type="title"/>
          </p:nvPr>
        </p:nvSpPr>
        <p:spPr/>
        <p:txBody>
          <a:bodyPr/>
          <a:lstStyle/>
          <a:p>
            <a:r>
              <a:rPr lang="en-US" altLang="en-US" dirty="0">
                <a:solidFill>
                  <a:srgbClr val="FF0000"/>
                </a:solidFill>
              </a:rPr>
              <a:t>Why CORBA?</a:t>
            </a:r>
          </a:p>
        </p:txBody>
      </p:sp>
      <p:sp>
        <p:nvSpPr>
          <p:cNvPr id="308227" name="Rectangle 3">
            <a:extLst>
              <a:ext uri="{FF2B5EF4-FFF2-40B4-BE49-F238E27FC236}">
                <a16:creationId xmlns:a16="http://schemas.microsoft.com/office/drawing/2014/main" id="{294D9ABB-3C4E-4ED0-893F-E81AFE5E61A4}"/>
              </a:ext>
            </a:extLst>
          </p:cNvPr>
          <p:cNvSpPr>
            <a:spLocks noGrp="1" noChangeArrowheads="1"/>
          </p:cNvSpPr>
          <p:nvPr>
            <p:ph type="body" idx="1"/>
          </p:nvPr>
        </p:nvSpPr>
        <p:spPr>
          <a:xfrm>
            <a:off x="511445" y="1825625"/>
            <a:ext cx="8276094" cy="4351338"/>
          </a:xfrm>
        </p:spPr>
        <p:txBody>
          <a:bodyPr/>
          <a:lstStyle/>
          <a:p>
            <a:r>
              <a:rPr lang="en-US" altLang="en-US" sz="3600" dirty="0"/>
              <a:t>Need to share information and resources within and across diverse computing enterprises</a:t>
            </a:r>
          </a:p>
          <a:p>
            <a:pPr lvl="1"/>
            <a:r>
              <a:rPr lang="en-US" altLang="en-US" sz="3200" dirty="0"/>
              <a:t>CORBA is a Middleware Standard</a:t>
            </a:r>
          </a:p>
          <a:p>
            <a:pPr lvl="1"/>
            <a:r>
              <a:rPr lang="en-US" altLang="en-US" sz="3200" dirty="0"/>
              <a:t>CORBA is a “Software Bus”</a:t>
            </a:r>
          </a:p>
          <a:p>
            <a:pPr lvl="1"/>
            <a:r>
              <a:rPr lang="en-US" altLang="en-US" sz="3200" dirty="0"/>
              <a:t>CORBA is a Distributed Object Architecture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a:extLst>
              <a:ext uri="{FF2B5EF4-FFF2-40B4-BE49-F238E27FC236}">
                <a16:creationId xmlns:a16="http://schemas.microsoft.com/office/drawing/2014/main" id="{0F649504-70EB-4026-8B31-8E68D7021457}"/>
              </a:ext>
            </a:extLst>
          </p:cNvPr>
          <p:cNvSpPr>
            <a:spLocks noGrp="1" noChangeArrowheads="1"/>
          </p:cNvSpPr>
          <p:nvPr>
            <p:ph type="title"/>
          </p:nvPr>
        </p:nvSpPr>
        <p:spPr>
          <a:xfrm>
            <a:off x="427172" y="106363"/>
            <a:ext cx="7886700" cy="701674"/>
          </a:xfrm>
        </p:spPr>
        <p:txBody>
          <a:bodyPr/>
          <a:lstStyle/>
          <a:p>
            <a:pPr eaLnBrk="1" hangingPunct="1">
              <a:defRPr/>
            </a:pPr>
            <a:r>
              <a:rPr lang="en-GB" dirty="0">
                <a:solidFill>
                  <a:srgbClr val="FF0000"/>
                </a:solidFill>
              </a:rPr>
              <a:t>CORBA</a:t>
            </a:r>
          </a:p>
        </p:txBody>
      </p:sp>
      <p:sp>
        <p:nvSpPr>
          <p:cNvPr id="23556" name="Rectangle 3">
            <a:extLst>
              <a:ext uri="{FF2B5EF4-FFF2-40B4-BE49-F238E27FC236}">
                <a16:creationId xmlns:a16="http://schemas.microsoft.com/office/drawing/2014/main" id="{55B2A9EB-9D1F-4DCD-8F2B-EE4E5C15BFD7}"/>
              </a:ext>
            </a:extLst>
          </p:cNvPr>
          <p:cNvSpPr>
            <a:spLocks noGrp="1" noChangeArrowheads="1"/>
          </p:cNvSpPr>
          <p:nvPr>
            <p:ph type="body" idx="1"/>
          </p:nvPr>
        </p:nvSpPr>
        <p:spPr>
          <a:xfrm>
            <a:off x="703261" y="853052"/>
            <a:ext cx="7900987" cy="1099088"/>
          </a:xfrm>
          <a:solidFill>
            <a:schemeClr val="bg1"/>
          </a:solidFill>
        </p:spPr>
        <p:txBody>
          <a:bodyPr>
            <a:normAutofit fontScale="92500" lnSpcReduction="10000"/>
          </a:bodyPr>
          <a:lstStyle/>
          <a:p>
            <a:pPr eaLnBrk="1" hangingPunct="1"/>
            <a:r>
              <a:rPr lang="en-GB" altLang="en-US" sz="2600" b="1" dirty="0"/>
              <a:t>C</a:t>
            </a:r>
            <a:r>
              <a:rPr lang="en-GB" altLang="en-US" sz="2600" dirty="0"/>
              <a:t>ommon </a:t>
            </a:r>
            <a:r>
              <a:rPr lang="en-GB" altLang="en-US" sz="2600" b="1" dirty="0"/>
              <a:t>O</a:t>
            </a:r>
            <a:r>
              <a:rPr lang="en-GB" altLang="en-US" sz="2600" dirty="0"/>
              <a:t>bject </a:t>
            </a:r>
            <a:r>
              <a:rPr lang="en-GB" altLang="en-US" sz="2600" b="1" dirty="0"/>
              <a:t>R</a:t>
            </a:r>
            <a:r>
              <a:rPr lang="en-GB" altLang="en-US" sz="2600" dirty="0"/>
              <a:t>equest </a:t>
            </a:r>
            <a:r>
              <a:rPr lang="en-GB" altLang="en-US" sz="2600" b="1" dirty="0"/>
              <a:t>B</a:t>
            </a:r>
            <a:r>
              <a:rPr lang="en-GB" altLang="en-US" sz="2600" dirty="0"/>
              <a:t>roker </a:t>
            </a:r>
            <a:r>
              <a:rPr lang="en-GB" altLang="en-US" sz="2600" b="1" dirty="0"/>
              <a:t>A</a:t>
            </a:r>
            <a:r>
              <a:rPr lang="en-GB" altLang="en-US" sz="2600" dirty="0"/>
              <a:t>rchitecture</a:t>
            </a:r>
          </a:p>
          <a:p>
            <a:pPr lvl="1" eaLnBrk="1" hangingPunct="1"/>
            <a:r>
              <a:rPr lang="en-GB" altLang="en-US" dirty="0"/>
              <a:t>Open standard by the OMG (Version 3.0)</a:t>
            </a:r>
          </a:p>
          <a:p>
            <a:pPr lvl="1" eaLnBrk="1" hangingPunct="1"/>
            <a:r>
              <a:rPr lang="en-GB" altLang="en-US" dirty="0"/>
              <a:t>Language and platform independent</a:t>
            </a:r>
          </a:p>
        </p:txBody>
      </p:sp>
      <p:sp>
        <p:nvSpPr>
          <p:cNvPr id="23557" name="Rectangle 8">
            <a:extLst>
              <a:ext uri="{FF2B5EF4-FFF2-40B4-BE49-F238E27FC236}">
                <a16:creationId xmlns:a16="http://schemas.microsoft.com/office/drawing/2014/main" id="{D69CDB63-5F1A-4F75-A639-CFCE8D407002}"/>
              </a:ext>
            </a:extLst>
          </p:cNvPr>
          <p:cNvSpPr>
            <a:spLocks noChangeArrowheads="1"/>
          </p:cNvSpPr>
          <p:nvPr/>
        </p:nvSpPr>
        <p:spPr bwMode="auto">
          <a:xfrm>
            <a:off x="703261" y="2072252"/>
            <a:ext cx="7900987" cy="2874936"/>
          </a:xfrm>
          <a:prstGeom prst="rect">
            <a:avLst/>
          </a:prstGeom>
          <a:noFill/>
          <a:ln>
            <a:noFill/>
          </a:ln>
        </p:spPr>
        <p:txBody>
          <a:bodyPr/>
          <a:lstStyle>
            <a:lvl1pPr marL="342900" indent="-342900" eaLnBrk="0" hangingPunct="0">
              <a:defRPr sz="2400">
                <a:solidFill>
                  <a:srgbClr val="003399"/>
                </a:solidFill>
                <a:latin typeface="Tahoma" panose="020B0604030504040204" pitchFamily="34" charset="0"/>
              </a:defRPr>
            </a:lvl1pPr>
            <a:lvl2pPr marL="742950" indent="-285750" eaLnBrk="0" hangingPunct="0">
              <a:defRPr sz="2400">
                <a:solidFill>
                  <a:srgbClr val="003399"/>
                </a:solidFill>
                <a:latin typeface="Tahoma" panose="020B0604030504040204" pitchFamily="34" charset="0"/>
              </a:defRPr>
            </a:lvl2pPr>
            <a:lvl3pPr marL="1143000" indent="-228600" eaLnBrk="0" hangingPunct="0">
              <a:defRPr sz="2400">
                <a:solidFill>
                  <a:srgbClr val="003399"/>
                </a:solidFill>
                <a:latin typeface="Tahoma" panose="020B0604030504040204" pitchFamily="34" charset="0"/>
              </a:defRPr>
            </a:lvl3pPr>
            <a:lvl4pPr marL="1600200" indent="-228600" eaLnBrk="0" hangingPunct="0">
              <a:defRPr sz="2400">
                <a:solidFill>
                  <a:srgbClr val="003399"/>
                </a:solidFill>
                <a:latin typeface="Tahoma" panose="020B0604030504040204" pitchFamily="34" charset="0"/>
              </a:defRPr>
            </a:lvl4pPr>
            <a:lvl5pPr marL="2057400" indent="-228600" eaLnBrk="0" hangingPunct="0">
              <a:defRPr sz="2400">
                <a:solidFill>
                  <a:srgbClr val="003399"/>
                </a:solidFill>
                <a:latin typeface="Tahoma" panose="020B0604030504040204" pitchFamily="34" charset="0"/>
              </a:defRPr>
            </a:lvl5pPr>
            <a:lvl6pPr marL="2514600" indent="-228600" eaLnBrk="0" fontAlgn="base" hangingPunct="0">
              <a:spcBef>
                <a:spcPct val="20000"/>
              </a:spcBef>
              <a:spcAft>
                <a:spcPct val="0"/>
              </a:spcAft>
              <a:defRPr sz="2400">
                <a:solidFill>
                  <a:srgbClr val="003399"/>
                </a:solidFill>
                <a:latin typeface="Tahoma" panose="020B0604030504040204" pitchFamily="34" charset="0"/>
              </a:defRPr>
            </a:lvl6pPr>
            <a:lvl7pPr marL="2971800" indent="-228600" eaLnBrk="0" fontAlgn="base" hangingPunct="0">
              <a:spcBef>
                <a:spcPct val="20000"/>
              </a:spcBef>
              <a:spcAft>
                <a:spcPct val="0"/>
              </a:spcAft>
              <a:defRPr sz="2400">
                <a:solidFill>
                  <a:srgbClr val="003399"/>
                </a:solidFill>
                <a:latin typeface="Tahoma" panose="020B0604030504040204" pitchFamily="34" charset="0"/>
              </a:defRPr>
            </a:lvl7pPr>
            <a:lvl8pPr marL="3429000" indent="-228600" eaLnBrk="0" fontAlgn="base" hangingPunct="0">
              <a:spcBef>
                <a:spcPct val="20000"/>
              </a:spcBef>
              <a:spcAft>
                <a:spcPct val="0"/>
              </a:spcAft>
              <a:defRPr sz="2400">
                <a:solidFill>
                  <a:srgbClr val="003399"/>
                </a:solidFill>
                <a:latin typeface="Tahoma" panose="020B0604030504040204" pitchFamily="34" charset="0"/>
              </a:defRPr>
            </a:lvl8pPr>
            <a:lvl9pPr marL="3886200" indent="-228600" eaLnBrk="0" fontAlgn="base" hangingPunct="0">
              <a:spcBef>
                <a:spcPct val="20000"/>
              </a:spcBef>
              <a:spcAft>
                <a:spcPct val="0"/>
              </a:spcAft>
              <a:defRPr sz="2400">
                <a:solidFill>
                  <a:srgbClr val="003399"/>
                </a:solidFill>
                <a:latin typeface="Tahoma" panose="020B0604030504040204" pitchFamily="34" charset="0"/>
              </a:defRPr>
            </a:lvl9pPr>
          </a:lstStyle>
          <a:p>
            <a:pPr eaLnBrk="1" hangingPunct="1">
              <a:buFontTx/>
              <a:buChar char="•"/>
            </a:pPr>
            <a:r>
              <a:rPr lang="en-GB" altLang="en-US" b="1" dirty="0">
                <a:solidFill>
                  <a:schemeClr val="tx1"/>
                </a:solidFill>
                <a:latin typeface="Times New Roman" panose="02020603050405020304" pitchFamily="18" charset="0"/>
                <a:cs typeface="Times New Roman" panose="02020603050405020304" pitchFamily="18" charset="0"/>
              </a:rPr>
              <a:t>Object Request Broker</a:t>
            </a:r>
            <a:r>
              <a:rPr lang="en-GB" altLang="en-US" dirty="0">
                <a:solidFill>
                  <a:schemeClr val="tx1"/>
                </a:solidFill>
                <a:latin typeface="Times New Roman" panose="02020603050405020304" pitchFamily="18" charset="0"/>
                <a:cs typeface="Times New Roman" panose="02020603050405020304" pitchFamily="18" charset="0"/>
              </a:rPr>
              <a:t> (ORB)</a:t>
            </a:r>
          </a:p>
          <a:p>
            <a:pPr lvl="1" eaLnBrk="1" hangingPunct="1">
              <a:buFontTx/>
              <a:buChar char="•"/>
            </a:pPr>
            <a:r>
              <a:rPr lang="en-GB" altLang="en-US" sz="2000" dirty="0">
                <a:solidFill>
                  <a:schemeClr val="tx1"/>
                </a:solidFill>
                <a:latin typeface="Times New Roman" panose="02020603050405020304" pitchFamily="18" charset="0"/>
                <a:cs typeface="Times New Roman" panose="02020603050405020304" pitchFamily="18" charset="0"/>
              </a:rPr>
              <a:t>General Inter-ORB Protocol (GIOP) for communication</a:t>
            </a:r>
          </a:p>
          <a:p>
            <a:pPr lvl="1" eaLnBrk="1" hangingPunct="1">
              <a:buFontTx/>
              <a:buChar char="•"/>
            </a:pPr>
            <a:r>
              <a:rPr lang="en-GB" altLang="en-US" sz="2000" dirty="0">
                <a:solidFill>
                  <a:schemeClr val="tx1"/>
                </a:solidFill>
                <a:latin typeface="Times New Roman" panose="02020603050405020304" pitchFamily="18" charset="0"/>
                <a:cs typeface="Times New Roman" panose="02020603050405020304" pitchFamily="18" charset="0"/>
              </a:rPr>
              <a:t>Interoperable Object References (IOR) contain object location</a:t>
            </a:r>
          </a:p>
          <a:p>
            <a:pPr lvl="1" eaLnBrk="1" hangingPunct="1">
              <a:buFontTx/>
              <a:buChar char="•"/>
            </a:pPr>
            <a:r>
              <a:rPr lang="en-GB" altLang="en-US" sz="2000" dirty="0">
                <a:solidFill>
                  <a:schemeClr val="tx1"/>
                </a:solidFill>
                <a:latin typeface="Times New Roman" panose="02020603050405020304" pitchFamily="18" charset="0"/>
                <a:cs typeface="Times New Roman" panose="02020603050405020304" pitchFamily="18" charset="0"/>
              </a:rPr>
              <a:t>CORBA </a:t>
            </a:r>
            <a:r>
              <a:rPr lang="en-GB" altLang="en-US" sz="2000" b="1" dirty="0">
                <a:solidFill>
                  <a:schemeClr val="tx1"/>
                </a:solidFill>
                <a:latin typeface="Times New Roman" panose="02020603050405020304" pitchFamily="18" charset="0"/>
                <a:cs typeface="Times New Roman" panose="02020603050405020304" pitchFamily="18" charset="0"/>
              </a:rPr>
              <a:t>Interface Definition Language</a:t>
            </a:r>
            <a:r>
              <a:rPr lang="en-GB" altLang="en-US" sz="2000" dirty="0">
                <a:solidFill>
                  <a:schemeClr val="tx1"/>
                </a:solidFill>
                <a:latin typeface="Times New Roman" panose="02020603050405020304" pitchFamily="18" charset="0"/>
                <a:cs typeface="Times New Roman" panose="02020603050405020304" pitchFamily="18" charset="0"/>
              </a:rPr>
              <a:t> (IDL)</a:t>
            </a:r>
          </a:p>
          <a:p>
            <a:pPr lvl="2" eaLnBrk="1" hangingPunct="1">
              <a:buFontTx/>
              <a:buChar char="•"/>
            </a:pPr>
            <a:r>
              <a:rPr lang="en-GB" altLang="en-US" sz="2000" dirty="0">
                <a:solidFill>
                  <a:schemeClr val="tx1"/>
                </a:solidFill>
                <a:latin typeface="Times New Roman" panose="02020603050405020304" pitchFamily="18" charset="0"/>
                <a:cs typeface="Times New Roman" panose="02020603050405020304" pitchFamily="18" charset="0"/>
              </a:rPr>
              <a:t>Stubs (proxies) and skeletons created by IDL compiler</a:t>
            </a:r>
          </a:p>
          <a:p>
            <a:pPr lvl="1" eaLnBrk="1" hangingPunct="1">
              <a:buFontTx/>
              <a:buChar char="•"/>
            </a:pPr>
            <a:r>
              <a:rPr lang="en-GB" altLang="en-US" sz="2000" dirty="0">
                <a:solidFill>
                  <a:schemeClr val="tx1"/>
                </a:solidFill>
                <a:latin typeface="Times New Roman" panose="02020603050405020304" pitchFamily="18" charset="0"/>
                <a:cs typeface="Times New Roman" panose="02020603050405020304" pitchFamily="18" charset="0"/>
              </a:rPr>
              <a:t>Dynamic remote method invocation</a:t>
            </a:r>
          </a:p>
          <a:p>
            <a:pPr lvl="1" eaLnBrk="1" hangingPunct="1">
              <a:buFontTx/>
              <a:buChar char="•"/>
            </a:pPr>
            <a:r>
              <a:rPr lang="en-US" altLang="en-US" sz="2000" dirty="0">
                <a:solidFill>
                  <a:schemeClr val="tx1"/>
                </a:solidFill>
                <a:latin typeface="Times New Roman" charset="0"/>
                <a:ea typeface="Times New Roman" charset="0"/>
                <a:cs typeface="Times New Roman" charset="0"/>
              </a:rPr>
              <a:t>an intermediary handling requests in a system</a:t>
            </a:r>
          </a:p>
          <a:p>
            <a:pPr lvl="1" eaLnBrk="1" hangingPunct="1">
              <a:buFontTx/>
              <a:buChar char="•"/>
            </a:pPr>
            <a:r>
              <a:rPr lang="en-US" altLang="en-US" sz="2000" dirty="0">
                <a:solidFill>
                  <a:schemeClr val="tx1"/>
                </a:solidFill>
                <a:latin typeface="Times New Roman" charset="0"/>
                <a:ea typeface="Times New Roman" charset="0"/>
                <a:cs typeface="Times New Roman" charset="0"/>
              </a:rPr>
              <a:t>facilitates communication between clients and server objects</a:t>
            </a:r>
          </a:p>
          <a:p>
            <a:pPr lvl="1" eaLnBrk="1" hangingPunct="1">
              <a:buFontTx/>
              <a:buChar char="•"/>
            </a:pPr>
            <a:r>
              <a:rPr lang="en-US" altLang="en-US" sz="2000" dirty="0">
                <a:solidFill>
                  <a:schemeClr val="tx1"/>
                </a:solidFill>
                <a:latin typeface="Times New Roman" charset="0"/>
                <a:ea typeface="Times New Roman" charset="0"/>
                <a:cs typeface="Times New Roman" charset="0"/>
              </a:rPr>
              <a:t>separates a component’s interface from its implementation</a:t>
            </a:r>
          </a:p>
          <a:p>
            <a:pPr lvl="1" eaLnBrk="1" hangingPunct="1">
              <a:buFontTx/>
              <a:buChar char="–"/>
            </a:pPr>
            <a:endParaRPr lang="en-GB" altLang="en-US" sz="2000" dirty="0">
              <a:latin typeface="Times New Roman" panose="02020603050405020304" pitchFamily="18" charset="0"/>
              <a:cs typeface="Times New Roman" panose="02020603050405020304" pitchFamily="18" charset="0"/>
            </a:endParaRPr>
          </a:p>
        </p:txBody>
      </p:sp>
      <p:sp>
        <p:nvSpPr>
          <p:cNvPr id="23558" name="Rectangle 10">
            <a:extLst>
              <a:ext uri="{FF2B5EF4-FFF2-40B4-BE49-F238E27FC236}">
                <a16:creationId xmlns:a16="http://schemas.microsoft.com/office/drawing/2014/main" id="{F7A34921-8CCD-415B-8C14-CC6DF9354F5E}"/>
              </a:ext>
            </a:extLst>
          </p:cNvPr>
          <p:cNvSpPr>
            <a:spLocks noChangeArrowheads="1"/>
          </p:cNvSpPr>
          <p:nvPr/>
        </p:nvSpPr>
        <p:spPr bwMode="auto">
          <a:xfrm>
            <a:off x="703262" y="5007244"/>
            <a:ext cx="7900987" cy="762000"/>
          </a:xfrm>
          <a:prstGeom prst="rect">
            <a:avLst/>
          </a:prstGeom>
          <a:noFill/>
          <a:ln w="9525">
            <a:noFill/>
            <a:miter lim="800000"/>
            <a:headEnd/>
            <a:tailEnd/>
          </a:ln>
        </p:spPr>
        <p:txBody>
          <a:bodyPr/>
          <a:lstStyle/>
          <a:p>
            <a:pPr marL="342900" indent="-342900">
              <a:buFontTx/>
              <a:buChar char="•"/>
              <a:defRPr/>
            </a:pPr>
            <a:r>
              <a:rPr lang="en-GB" sz="2400" dirty="0">
                <a:solidFill>
                  <a:schemeClr val="tx1"/>
                </a:solidFill>
                <a:latin typeface="+mn-lt"/>
              </a:rPr>
              <a:t>Interface Repository</a:t>
            </a:r>
          </a:p>
          <a:p>
            <a:pPr marL="742950" lvl="1" indent="-285750">
              <a:buFontTx/>
              <a:buChar char="–"/>
              <a:defRPr/>
            </a:pPr>
            <a:r>
              <a:rPr lang="en-GB" sz="2000" dirty="0">
                <a:latin typeface="+mn-lt"/>
              </a:rPr>
              <a:t>Querying existing remote interfaces</a:t>
            </a:r>
          </a:p>
        </p:txBody>
      </p:sp>
      <p:sp>
        <p:nvSpPr>
          <p:cNvPr id="23559" name="Rectangle 11">
            <a:extLst>
              <a:ext uri="{FF2B5EF4-FFF2-40B4-BE49-F238E27FC236}">
                <a16:creationId xmlns:a16="http://schemas.microsoft.com/office/drawing/2014/main" id="{6FBC8DB7-16E9-462C-9B87-CDC79C93CED1}"/>
              </a:ext>
            </a:extLst>
          </p:cNvPr>
          <p:cNvSpPr>
            <a:spLocks noChangeArrowheads="1"/>
          </p:cNvSpPr>
          <p:nvPr/>
        </p:nvSpPr>
        <p:spPr bwMode="auto">
          <a:xfrm>
            <a:off x="703262" y="5889356"/>
            <a:ext cx="7900987" cy="838200"/>
          </a:xfrm>
          <a:prstGeom prst="rect">
            <a:avLst/>
          </a:prstGeom>
          <a:noFill/>
          <a:ln>
            <a:noFill/>
          </a:ln>
        </p:spPr>
        <p:txBody>
          <a:bodyPr/>
          <a:lstStyle>
            <a:lvl1pPr marL="342900" indent="-342900" eaLnBrk="0" hangingPunct="0">
              <a:defRPr sz="2400">
                <a:solidFill>
                  <a:srgbClr val="003399"/>
                </a:solidFill>
                <a:latin typeface="Tahoma" panose="020B0604030504040204" pitchFamily="34" charset="0"/>
              </a:defRPr>
            </a:lvl1pPr>
            <a:lvl2pPr marL="742950" indent="-285750" eaLnBrk="0" hangingPunct="0">
              <a:defRPr sz="2400">
                <a:solidFill>
                  <a:srgbClr val="003399"/>
                </a:solidFill>
                <a:latin typeface="Tahoma" panose="020B0604030504040204" pitchFamily="34" charset="0"/>
              </a:defRPr>
            </a:lvl2pPr>
            <a:lvl3pPr marL="1143000" indent="-228600" eaLnBrk="0" hangingPunct="0">
              <a:defRPr sz="2400">
                <a:solidFill>
                  <a:srgbClr val="003399"/>
                </a:solidFill>
                <a:latin typeface="Tahoma" panose="020B0604030504040204" pitchFamily="34" charset="0"/>
              </a:defRPr>
            </a:lvl3pPr>
            <a:lvl4pPr marL="1600200" indent="-228600" eaLnBrk="0" hangingPunct="0">
              <a:defRPr sz="2400">
                <a:solidFill>
                  <a:srgbClr val="003399"/>
                </a:solidFill>
                <a:latin typeface="Tahoma" panose="020B0604030504040204" pitchFamily="34" charset="0"/>
              </a:defRPr>
            </a:lvl4pPr>
            <a:lvl5pPr marL="2057400" indent="-228600" eaLnBrk="0" hangingPunct="0">
              <a:defRPr sz="2400">
                <a:solidFill>
                  <a:srgbClr val="003399"/>
                </a:solidFill>
                <a:latin typeface="Tahoma" panose="020B0604030504040204" pitchFamily="34" charset="0"/>
              </a:defRPr>
            </a:lvl5pPr>
            <a:lvl6pPr marL="2514600" indent="-228600" eaLnBrk="0" fontAlgn="base" hangingPunct="0">
              <a:spcBef>
                <a:spcPct val="20000"/>
              </a:spcBef>
              <a:spcAft>
                <a:spcPct val="0"/>
              </a:spcAft>
              <a:defRPr sz="2400">
                <a:solidFill>
                  <a:srgbClr val="003399"/>
                </a:solidFill>
                <a:latin typeface="Tahoma" panose="020B0604030504040204" pitchFamily="34" charset="0"/>
              </a:defRPr>
            </a:lvl6pPr>
            <a:lvl7pPr marL="2971800" indent="-228600" eaLnBrk="0" fontAlgn="base" hangingPunct="0">
              <a:spcBef>
                <a:spcPct val="20000"/>
              </a:spcBef>
              <a:spcAft>
                <a:spcPct val="0"/>
              </a:spcAft>
              <a:defRPr sz="2400">
                <a:solidFill>
                  <a:srgbClr val="003399"/>
                </a:solidFill>
                <a:latin typeface="Tahoma" panose="020B0604030504040204" pitchFamily="34" charset="0"/>
              </a:defRPr>
            </a:lvl7pPr>
            <a:lvl8pPr marL="3429000" indent="-228600" eaLnBrk="0" fontAlgn="base" hangingPunct="0">
              <a:spcBef>
                <a:spcPct val="20000"/>
              </a:spcBef>
              <a:spcAft>
                <a:spcPct val="0"/>
              </a:spcAft>
              <a:defRPr sz="2400">
                <a:solidFill>
                  <a:srgbClr val="003399"/>
                </a:solidFill>
                <a:latin typeface="Tahoma" panose="020B0604030504040204" pitchFamily="34" charset="0"/>
              </a:defRPr>
            </a:lvl8pPr>
            <a:lvl9pPr marL="3886200" indent="-228600" eaLnBrk="0" fontAlgn="base" hangingPunct="0">
              <a:spcBef>
                <a:spcPct val="20000"/>
              </a:spcBef>
              <a:spcAft>
                <a:spcPct val="0"/>
              </a:spcAft>
              <a:defRPr sz="2400">
                <a:solidFill>
                  <a:srgbClr val="003399"/>
                </a:solidFill>
                <a:latin typeface="Tahoma" panose="020B0604030504040204" pitchFamily="34" charset="0"/>
              </a:defRPr>
            </a:lvl9pPr>
          </a:lstStyle>
          <a:p>
            <a:pPr eaLnBrk="1" hangingPunct="1">
              <a:buFontTx/>
              <a:buChar char="•"/>
            </a:pPr>
            <a:r>
              <a:rPr lang="en-GB" altLang="en-US" dirty="0">
                <a:solidFill>
                  <a:schemeClr val="tx1"/>
                </a:solidFill>
                <a:latin typeface="Times New Roman" panose="02020603050405020304" pitchFamily="18" charset="0"/>
                <a:cs typeface="Times New Roman" panose="02020603050405020304" pitchFamily="18" charset="0"/>
              </a:rPr>
              <a:t>Implementation Repository</a:t>
            </a:r>
          </a:p>
          <a:p>
            <a:pPr lvl="1" eaLnBrk="1" hangingPunct="1">
              <a:buFontTx/>
              <a:buChar char="–"/>
            </a:pPr>
            <a:r>
              <a:rPr lang="en-GB" altLang="en-US" sz="2000" dirty="0">
                <a:latin typeface="Times New Roman" panose="02020603050405020304" pitchFamily="18" charset="0"/>
                <a:cs typeface="Times New Roman" panose="02020603050405020304" pitchFamily="18" charset="0"/>
              </a:rPr>
              <a:t>Activating remote objects on demand</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AutoShape 2">
            <a:extLst>
              <a:ext uri="{FF2B5EF4-FFF2-40B4-BE49-F238E27FC236}">
                <a16:creationId xmlns:a16="http://schemas.microsoft.com/office/drawing/2014/main" id="{D3858522-7656-4848-B8FC-F6297FC5694B}"/>
              </a:ext>
            </a:extLst>
          </p:cNvPr>
          <p:cNvSpPr>
            <a:spLocks noChangeArrowheads="1"/>
          </p:cNvSpPr>
          <p:nvPr/>
        </p:nvSpPr>
        <p:spPr bwMode="blackWhite">
          <a:xfrm>
            <a:off x="4891088" y="4572000"/>
            <a:ext cx="3429000" cy="457200"/>
          </a:xfrm>
          <a:prstGeom prst="homePlate">
            <a:avLst>
              <a:gd name="adj" fmla="val 250000"/>
            </a:avLst>
          </a:prstGeom>
          <a:gradFill rotWithShape="0">
            <a:gsLst>
              <a:gs pos="0">
                <a:srgbClr val="FAFD00"/>
              </a:gs>
              <a:gs pos="100000">
                <a:srgbClr val="FAFD00">
                  <a:gamma/>
                  <a:shade val="69804"/>
                  <a:invGamma/>
                </a:srgbClr>
              </a:gs>
            </a:gsLst>
            <a:lin ang="5400000" scaled="1"/>
          </a:gra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1315" name="AutoShape 3">
            <a:extLst>
              <a:ext uri="{FF2B5EF4-FFF2-40B4-BE49-F238E27FC236}">
                <a16:creationId xmlns:a16="http://schemas.microsoft.com/office/drawing/2014/main" id="{CBFA962F-6561-4B09-B0FE-F9D00208F7A5}"/>
              </a:ext>
            </a:extLst>
          </p:cNvPr>
          <p:cNvSpPr>
            <a:spLocks noChangeArrowheads="1"/>
          </p:cNvSpPr>
          <p:nvPr/>
        </p:nvSpPr>
        <p:spPr bwMode="blackWhite">
          <a:xfrm flipH="1">
            <a:off x="1462088" y="4572000"/>
            <a:ext cx="3429000" cy="457200"/>
          </a:xfrm>
          <a:prstGeom prst="homePlate">
            <a:avLst>
              <a:gd name="adj" fmla="val 250000"/>
            </a:avLst>
          </a:prstGeom>
          <a:gradFill rotWithShape="0">
            <a:gsLst>
              <a:gs pos="0">
                <a:srgbClr val="FAFD00"/>
              </a:gs>
              <a:gs pos="100000">
                <a:srgbClr val="FAFD00">
                  <a:gamma/>
                  <a:shade val="69804"/>
                  <a:invGamma/>
                </a:srgbClr>
              </a:gs>
            </a:gsLst>
            <a:lin ang="5400000" scaled="1"/>
          </a:gra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1316" name="Rectangle 4">
            <a:extLst>
              <a:ext uri="{FF2B5EF4-FFF2-40B4-BE49-F238E27FC236}">
                <a16:creationId xmlns:a16="http://schemas.microsoft.com/office/drawing/2014/main" id="{71EDD406-7456-42DD-9575-6B54FFC79E7A}"/>
              </a:ext>
            </a:extLst>
          </p:cNvPr>
          <p:cNvSpPr>
            <a:spLocks noChangeArrowheads="1"/>
          </p:cNvSpPr>
          <p:nvPr/>
        </p:nvSpPr>
        <p:spPr bwMode="blackWhite">
          <a:xfrm>
            <a:off x="3124200" y="4557713"/>
            <a:ext cx="2914260"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en-US" dirty="0">
                <a:solidFill>
                  <a:srgbClr val="FF0000"/>
                </a:solidFill>
                <a:latin typeface="Arial" panose="020B0604020202020204" pitchFamily="34" charset="0"/>
              </a:rPr>
              <a:t>Object request broker core</a:t>
            </a:r>
          </a:p>
        </p:txBody>
      </p:sp>
      <p:sp>
        <p:nvSpPr>
          <p:cNvPr id="141317" name="Rectangle 5">
            <a:extLst>
              <a:ext uri="{FF2B5EF4-FFF2-40B4-BE49-F238E27FC236}">
                <a16:creationId xmlns:a16="http://schemas.microsoft.com/office/drawing/2014/main" id="{D7B9F9C0-B99C-453C-B6E0-4A1DD7DA637A}"/>
              </a:ext>
            </a:extLst>
          </p:cNvPr>
          <p:cNvSpPr>
            <a:spLocks noChangeArrowheads="1"/>
          </p:cNvSpPr>
          <p:nvPr/>
        </p:nvSpPr>
        <p:spPr bwMode="blackWhite">
          <a:xfrm>
            <a:off x="2376488" y="5257800"/>
            <a:ext cx="1676400" cy="762000"/>
          </a:xfrm>
          <a:prstGeom prst="rect">
            <a:avLst/>
          </a:prstGeom>
          <a:gradFill rotWithShape="0">
            <a:gsLst>
              <a:gs pos="0">
                <a:srgbClr val="F57B49"/>
              </a:gs>
              <a:gs pos="100000">
                <a:srgbClr val="F57B49">
                  <a:gamma/>
                  <a:shade val="29804"/>
                  <a:invGamma/>
                </a:srgbClr>
              </a:gs>
            </a:gsLst>
            <a:lin ang="5400000" scaled="1"/>
          </a:gra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pPr algn="ctr"/>
            <a:r>
              <a:rPr lang="en-US" altLang="en-US">
                <a:latin typeface="Arial" panose="020B0604020202020204" pitchFamily="34" charset="0"/>
              </a:rPr>
              <a:t>Interface</a:t>
            </a:r>
          </a:p>
          <a:p>
            <a:pPr algn="ctr"/>
            <a:r>
              <a:rPr lang="en-US" altLang="en-US">
                <a:latin typeface="Arial" panose="020B0604020202020204" pitchFamily="34" charset="0"/>
              </a:rPr>
              <a:t>repository</a:t>
            </a:r>
          </a:p>
        </p:txBody>
      </p:sp>
      <p:sp>
        <p:nvSpPr>
          <p:cNvPr id="141318" name="Rectangle 6">
            <a:extLst>
              <a:ext uri="{FF2B5EF4-FFF2-40B4-BE49-F238E27FC236}">
                <a16:creationId xmlns:a16="http://schemas.microsoft.com/office/drawing/2014/main" id="{23B9161B-E783-43EE-9F75-8A4CDC4D6492}"/>
              </a:ext>
            </a:extLst>
          </p:cNvPr>
          <p:cNvSpPr>
            <a:spLocks noChangeArrowheads="1"/>
          </p:cNvSpPr>
          <p:nvPr/>
        </p:nvSpPr>
        <p:spPr bwMode="blackWhite">
          <a:xfrm>
            <a:off x="4510088" y="5257800"/>
            <a:ext cx="3352800" cy="762000"/>
          </a:xfrm>
          <a:prstGeom prst="rect">
            <a:avLst/>
          </a:prstGeom>
          <a:gradFill rotWithShape="0">
            <a:gsLst>
              <a:gs pos="0">
                <a:srgbClr val="F95AB7"/>
              </a:gs>
              <a:gs pos="100000">
                <a:srgbClr val="F95AB7">
                  <a:gamma/>
                  <a:shade val="29804"/>
                  <a:invGamma/>
                </a:srgbClr>
              </a:gs>
            </a:gsLst>
            <a:lin ang="5400000" scaled="1"/>
          </a:gra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pPr algn="ctr"/>
            <a:r>
              <a:rPr lang="en-US" altLang="en-US">
                <a:latin typeface="Arial" panose="020B0604020202020204" pitchFamily="34" charset="0"/>
              </a:rPr>
              <a:t>CORBA services</a:t>
            </a:r>
          </a:p>
        </p:txBody>
      </p:sp>
      <p:sp>
        <p:nvSpPr>
          <p:cNvPr id="141319" name="Freeform 7">
            <a:extLst>
              <a:ext uri="{FF2B5EF4-FFF2-40B4-BE49-F238E27FC236}">
                <a16:creationId xmlns:a16="http://schemas.microsoft.com/office/drawing/2014/main" id="{4CA0D8C4-B23D-4417-9E91-AF244F4489E2}"/>
              </a:ext>
            </a:extLst>
          </p:cNvPr>
          <p:cNvSpPr>
            <a:spLocks/>
          </p:cNvSpPr>
          <p:nvPr/>
        </p:nvSpPr>
        <p:spPr bwMode="blackWhite">
          <a:xfrm>
            <a:off x="4281488" y="2971800"/>
            <a:ext cx="3430587" cy="1449388"/>
          </a:xfrm>
          <a:custGeom>
            <a:avLst/>
            <a:gdLst>
              <a:gd name="T0" fmla="*/ 0 w 2161"/>
              <a:gd name="T1" fmla="*/ 624 h 913"/>
              <a:gd name="T2" fmla="*/ 0 w 2161"/>
              <a:gd name="T3" fmla="*/ 912 h 913"/>
              <a:gd name="T4" fmla="*/ 2160 w 2161"/>
              <a:gd name="T5" fmla="*/ 912 h 913"/>
              <a:gd name="T6" fmla="*/ 2160 w 2161"/>
              <a:gd name="T7" fmla="*/ 0 h 913"/>
              <a:gd name="T8" fmla="*/ 1440 w 2161"/>
              <a:gd name="T9" fmla="*/ 0 h 913"/>
              <a:gd name="T10" fmla="*/ 1440 w 2161"/>
              <a:gd name="T11" fmla="*/ 624 h 913"/>
              <a:gd name="T12" fmla="*/ 0 w 2161"/>
              <a:gd name="T13" fmla="*/ 624 h 913"/>
            </a:gdLst>
            <a:ahLst/>
            <a:cxnLst>
              <a:cxn ang="0">
                <a:pos x="T0" y="T1"/>
              </a:cxn>
              <a:cxn ang="0">
                <a:pos x="T2" y="T3"/>
              </a:cxn>
              <a:cxn ang="0">
                <a:pos x="T4" y="T5"/>
              </a:cxn>
              <a:cxn ang="0">
                <a:pos x="T6" y="T7"/>
              </a:cxn>
              <a:cxn ang="0">
                <a:pos x="T8" y="T9"/>
              </a:cxn>
              <a:cxn ang="0">
                <a:pos x="T10" y="T11"/>
              </a:cxn>
              <a:cxn ang="0">
                <a:pos x="T12" y="T13"/>
              </a:cxn>
            </a:cxnLst>
            <a:rect l="0" t="0" r="r" b="b"/>
            <a:pathLst>
              <a:path w="2161" h="913">
                <a:moveTo>
                  <a:pt x="0" y="624"/>
                </a:moveTo>
                <a:lnTo>
                  <a:pt x="0" y="912"/>
                </a:lnTo>
                <a:lnTo>
                  <a:pt x="2160" y="912"/>
                </a:lnTo>
                <a:lnTo>
                  <a:pt x="2160" y="0"/>
                </a:lnTo>
                <a:lnTo>
                  <a:pt x="1440" y="0"/>
                </a:lnTo>
                <a:lnTo>
                  <a:pt x="1440" y="624"/>
                </a:lnTo>
                <a:lnTo>
                  <a:pt x="0" y="624"/>
                </a:lnTo>
              </a:path>
            </a:pathLst>
          </a:custGeom>
          <a:gradFill rotWithShape="0">
            <a:gsLst>
              <a:gs pos="0">
                <a:srgbClr val="FAFD00"/>
              </a:gs>
              <a:gs pos="100000">
                <a:srgbClr val="FAFD00">
                  <a:gamma/>
                  <a:shade val="69804"/>
                  <a:invGamma/>
                </a:srgbClr>
              </a:gs>
            </a:gsLst>
            <a:lin ang="5400000" scaled="1"/>
          </a:gra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1320" name="Rectangle 8">
            <a:extLst>
              <a:ext uri="{FF2B5EF4-FFF2-40B4-BE49-F238E27FC236}">
                <a16:creationId xmlns:a16="http://schemas.microsoft.com/office/drawing/2014/main" id="{1195F488-44EE-47C3-8E62-27D0FBA4EF69}"/>
              </a:ext>
            </a:extLst>
          </p:cNvPr>
          <p:cNvSpPr>
            <a:spLocks noChangeArrowheads="1"/>
          </p:cNvSpPr>
          <p:nvPr/>
        </p:nvSpPr>
        <p:spPr bwMode="auto">
          <a:xfrm>
            <a:off x="6553200" y="3186113"/>
            <a:ext cx="965009"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en-US" dirty="0">
                <a:solidFill>
                  <a:srgbClr val="FF0000"/>
                </a:solidFill>
                <a:latin typeface="Arial" panose="020B0604020202020204" pitchFamily="34" charset="0"/>
              </a:rPr>
              <a:t>Object</a:t>
            </a:r>
          </a:p>
          <a:p>
            <a:r>
              <a:rPr lang="en-US" altLang="en-US" dirty="0">
                <a:solidFill>
                  <a:srgbClr val="FF0000"/>
                </a:solidFill>
                <a:latin typeface="Arial" panose="020B0604020202020204" pitchFamily="34" charset="0"/>
              </a:rPr>
              <a:t>adapter</a:t>
            </a:r>
          </a:p>
        </p:txBody>
      </p:sp>
      <p:sp>
        <p:nvSpPr>
          <p:cNvPr id="141321" name="Oval 9">
            <a:extLst>
              <a:ext uri="{FF2B5EF4-FFF2-40B4-BE49-F238E27FC236}">
                <a16:creationId xmlns:a16="http://schemas.microsoft.com/office/drawing/2014/main" id="{25C75473-6F69-4662-B3F6-7ED5F3F913FE}"/>
              </a:ext>
            </a:extLst>
          </p:cNvPr>
          <p:cNvSpPr>
            <a:spLocks noChangeArrowheads="1"/>
          </p:cNvSpPr>
          <p:nvPr/>
        </p:nvSpPr>
        <p:spPr bwMode="ltGray">
          <a:xfrm>
            <a:off x="4281488" y="3200400"/>
            <a:ext cx="533400" cy="533400"/>
          </a:xfrm>
          <a:prstGeom prst="ellipse">
            <a:avLst/>
          </a:prstGeom>
          <a:gradFill rotWithShape="0">
            <a:gsLst>
              <a:gs pos="0">
                <a:srgbClr val="F57B49"/>
              </a:gs>
              <a:gs pos="100000">
                <a:srgbClr val="F57B49">
                  <a:gamma/>
                  <a:shade val="69804"/>
                  <a:invGamma/>
                </a:srgbClr>
              </a:gs>
            </a:gsLst>
            <a:path path="shape">
              <a:fillToRect l="50000" t="50000" r="50000" b="50000"/>
            </a:path>
          </a:gra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1322" name="Oval 10">
            <a:extLst>
              <a:ext uri="{FF2B5EF4-FFF2-40B4-BE49-F238E27FC236}">
                <a16:creationId xmlns:a16="http://schemas.microsoft.com/office/drawing/2014/main" id="{02342C28-70D9-4F7B-A5F5-C27EFE9DF9BE}"/>
              </a:ext>
            </a:extLst>
          </p:cNvPr>
          <p:cNvSpPr>
            <a:spLocks noChangeArrowheads="1"/>
          </p:cNvSpPr>
          <p:nvPr/>
        </p:nvSpPr>
        <p:spPr bwMode="ltGray">
          <a:xfrm>
            <a:off x="5043488" y="3200400"/>
            <a:ext cx="533400" cy="533400"/>
          </a:xfrm>
          <a:prstGeom prst="ellipse">
            <a:avLst/>
          </a:prstGeom>
          <a:gradFill rotWithShape="0">
            <a:gsLst>
              <a:gs pos="0">
                <a:srgbClr val="F57B49"/>
              </a:gs>
              <a:gs pos="100000">
                <a:srgbClr val="F57B49">
                  <a:gamma/>
                  <a:shade val="69804"/>
                  <a:invGamma/>
                </a:srgbClr>
              </a:gs>
            </a:gsLst>
            <a:path path="shape">
              <a:fillToRect l="50000" t="50000" r="50000" b="50000"/>
            </a:path>
          </a:gra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1323" name="Oval 11">
            <a:extLst>
              <a:ext uri="{FF2B5EF4-FFF2-40B4-BE49-F238E27FC236}">
                <a16:creationId xmlns:a16="http://schemas.microsoft.com/office/drawing/2014/main" id="{C207C331-4D46-43E0-9625-DFABEB8DA3F3}"/>
              </a:ext>
            </a:extLst>
          </p:cNvPr>
          <p:cNvSpPr>
            <a:spLocks noChangeArrowheads="1"/>
          </p:cNvSpPr>
          <p:nvPr/>
        </p:nvSpPr>
        <p:spPr bwMode="ltGray">
          <a:xfrm>
            <a:off x="5805488" y="3200400"/>
            <a:ext cx="533400" cy="533400"/>
          </a:xfrm>
          <a:prstGeom prst="ellipse">
            <a:avLst/>
          </a:prstGeom>
          <a:gradFill rotWithShape="0">
            <a:gsLst>
              <a:gs pos="0">
                <a:srgbClr val="F57B49"/>
              </a:gs>
              <a:gs pos="100000">
                <a:srgbClr val="F57B49">
                  <a:gamma/>
                  <a:shade val="69804"/>
                  <a:invGamma/>
                </a:srgbClr>
              </a:gs>
            </a:gsLst>
            <a:path path="shape">
              <a:fillToRect l="50000" t="50000" r="50000" b="50000"/>
            </a:path>
          </a:gra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1324" name="Line 12">
            <a:extLst>
              <a:ext uri="{FF2B5EF4-FFF2-40B4-BE49-F238E27FC236}">
                <a16:creationId xmlns:a16="http://schemas.microsoft.com/office/drawing/2014/main" id="{47028024-B931-479C-B2AA-E61A8630EB44}"/>
              </a:ext>
            </a:extLst>
          </p:cNvPr>
          <p:cNvSpPr>
            <a:spLocks noChangeShapeType="1"/>
          </p:cNvSpPr>
          <p:nvPr/>
        </p:nvSpPr>
        <p:spPr bwMode="auto">
          <a:xfrm>
            <a:off x="1182688" y="2667000"/>
            <a:ext cx="2997200" cy="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1325" name="Oval 13">
            <a:extLst>
              <a:ext uri="{FF2B5EF4-FFF2-40B4-BE49-F238E27FC236}">
                <a16:creationId xmlns:a16="http://schemas.microsoft.com/office/drawing/2014/main" id="{CF466D53-3351-4001-A141-81C559299AD4}"/>
              </a:ext>
            </a:extLst>
          </p:cNvPr>
          <p:cNvSpPr>
            <a:spLocks noChangeArrowheads="1"/>
          </p:cNvSpPr>
          <p:nvPr/>
        </p:nvSpPr>
        <p:spPr bwMode="ltGray">
          <a:xfrm>
            <a:off x="3290888" y="1752600"/>
            <a:ext cx="533400" cy="533400"/>
          </a:xfrm>
          <a:prstGeom prst="ellipse">
            <a:avLst/>
          </a:prstGeom>
          <a:gradFill rotWithShape="0">
            <a:gsLst>
              <a:gs pos="0">
                <a:srgbClr val="F95AB7"/>
              </a:gs>
              <a:gs pos="100000">
                <a:srgbClr val="F95AB7">
                  <a:gamma/>
                  <a:shade val="29804"/>
                  <a:invGamma/>
                </a:srgbClr>
              </a:gs>
            </a:gsLst>
            <a:path path="shape">
              <a:fillToRect l="50000" t="50000" r="50000" b="50000"/>
            </a:path>
          </a:gra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1326" name="Line 14">
            <a:extLst>
              <a:ext uri="{FF2B5EF4-FFF2-40B4-BE49-F238E27FC236}">
                <a16:creationId xmlns:a16="http://schemas.microsoft.com/office/drawing/2014/main" id="{1F5D4DAC-5D55-4CD7-817F-FD134986D655}"/>
              </a:ext>
            </a:extLst>
          </p:cNvPr>
          <p:cNvSpPr>
            <a:spLocks noChangeShapeType="1"/>
          </p:cNvSpPr>
          <p:nvPr/>
        </p:nvSpPr>
        <p:spPr bwMode="auto">
          <a:xfrm>
            <a:off x="3557588" y="2368550"/>
            <a:ext cx="0" cy="21971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1327" name="Oval 15">
            <a:extLst>
              <a:ext uri="{FF2B5EF4-FFF2-40B4-BE49-F238E27FC236}">
                <a16:creationId xmlns:a16="http://schemas.microsoft.com/office/drawing/2014/main" id="{C4C140D7-E066-412B-BE9F-317A40940151}"/>
              </a:ext>
            </a:extLst>
          </p:cNvPr>
          <p:cNvSpPr>
            <a:spLocks noChangeArrowheads="1"/>
          </p:cNvSpPr>
          <p:nvPr/>
        </p:nvSpPr>
        <p:spPr bwMode="ltGray">
          <a:xfrm>
            <a:off x="2528888" y="1752600"/>
            <a:ext cx="533400" cy="533400"/>
          </a:xfrm>
          <a:prstGeom prst="ellipse">
            <a:avLst/>
          </a:prstGeom>
          <a:gradFill rotWithShape="0">
            <a:gsLst>
              <a:gs pos="0">
                <a:srgbClr val="F95AB7"/>
              </a:gs>
              <a:gs pos="100000">
                <a:srgbClr val="F95AB7">
                  <a:gamma/>
                  <a:shade val="29804"/>
                  <a:invGamma/>
                </a:srgbClr>
              </a:gs>
            </a:gsLst>
            <a:path path="shape">
              <a:fillToRect l="50000" t="50000" r="50000" b="50000"/>
            </a:path>
          </a:gra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1328" name="Line 16">
            <a:extLst>
              <a:ext uri="{FF2B5EF4-FFF2-40B4-BE49-F238E27FC236}">
                <a16:creationId xmlns:a16="http://schemas.microsoft.com/office/drawing/2014/main" id="{8D07C005-EFFA-4F77-B3B1-182101D29D8C}"/>
              </a:ext>
            </a:extLst>
          </p:cNvPr>
          <p:cNvSpPr>
            <a:spLocks noChangeShapeType="1"/>
          </p:cNvSpPr>
          <p:nvPr/>
        </p:nvSpPr>
        <p:spPr bwMode="auto">
          <a:xfrm>
            <a:off x="2795588" y="2368550"/>
            <a:ext cx="0" cy="21971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1329" name="Rectangle 17">
            <a:extLst>
              <a:ext uri="{FF2B5EF4-FFF2-40B4-BE49-F238E27FC236}">
                <a16:creationId xmlns:a16="http://schemas.microsoft.com/office/drawing/2014/main" id="{A5CE5257-FE36-4020-AA92-D6376AA7AC5A}"/>
              </a:ext>
            </a:extLst>
          </p:cNvPr>
          <p:cNvSpPr>
            <a:spLocks noChangeArrowheads="1"/>
          </p:cNvSpPr>
          <p:nvPr/>
        </p:nvSpPr>
        <p:spPr bwMode="auto">
          <a:xfrm>
            <a:off x="4419600" y="2698750"/>
            <a:ext cx="1803400"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en-US" sz="2000">
                <a:latin typeface="Arial" panose="020B0604020202020204" pitchFamily="34" charset="0"/>
              </a:rPr>
              <a:t>Server objects</a:t>
            </a:r>
          </a:p>
        </p:txBody>
      </p:sp>
      <p:sp>
        <p:nvSpPr>
          <p:cNvPr id="141330" name="Rectangle 18">
            <a:extLst>
              <a:ext uri="{FF2B5EF4-FFF2-40B4-BE49-F238E27FC236}">
                <a16:creationId xmlns:a16="http://schemas.microsoft.com/office/drawing/2014/main" id="{7CE838E9-BD9D-4812-A216-C2AC4301C75A}"/>
              </a:ext>
            </a:extLst>
          </p:cNvPr>
          <p:cNvSpPr>
            <a:spLocks noChangeArrowheads="1"/>
          </p:cNvSpPr>
          <p:nvPr/>
        </p:nvSpPr>
        <p:spPr bwMode="auto">
          <a:xfrm>
            <a:off x="1295400" y="1708150"/>
            <a:ext cx="985838" cy="698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en-US" sz="2000">
                <a:latin typeface="Arial" panose="020B0604020202020204" pitchFamily="34" charset="0"/>
              </a:rPr>
              <a:t>Client</a:t>
            </a:r>
          </a:p>
          <a:p>
            <a:r>
              <a:rPr lang="en-US" altLang="en-US" sz="2000">
                <a:latin typeface="Arial" panose="020B0604020202020204" pitchFamily="34" charset="0"/>
              </a:rPr>
              <a:t>objects</a:t>
            </a:r>
          </a:p>
        </p:txBody>
      </p:sp>
      <p:sp>
        <p:nvSpPr>
          <p:cNvPr id="141331" name="Line 19">
            <a:extLst>
              <a:ext uri="{FF2B5EF4-FFF2-40B4-BE49-F238E27FC236}">
                <a16:creationId xmlns:a16="http://schemas.microsoft.com/office/drawing/2014/main" id="{40348810-364D-4F3E-9E82-736EF82B414E}"/>
              </a:ext>
            </a:extLst>
          </p:cNvPr>
          <p:cNvSpPr>
            <a:spLocks noChangeShapeType="1"/>
          </p:cNvSpPr>
          <p:nvPr/>
        </p:nvSpPr>
        <p:spPr bwMode="auto">
          <a:xfrm>
            <a:off x="4548188" y="3740150"/>
            <a:ext cx="0" cy="825500"/>
          </a:xfrm>
          <a:prstGeom prst="line">
            <a:avLst/>
          </a:prstGeom>
          <a:noFill/>
          <a:ln w="127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1332" name="Line 20">
            <a:extLst>
              <a:ext uri="{FF2B5EF4-FFF2-40B4-BE49-F238E27FC236}">
                <a16:creationId xmlns:a16="http://schemas.microsoft.com/office/drawing/2014/main" id="{69F94B5F-4E49-492F-B6CC-51AC9E4D990D}"/>
              </a:ext>
            </a:extLst>
          </p:cNvPr>
          <p:cNvSpPr>
            <a:spLocks noChangeShapeType="1"/>
          </p:cNvSpPr>
          <p:nvPr/>
        </p:nvSpPr>
        <p:spPr bwMode="auto">
          <a:xfrm>
            <a:off x="5310188" y="3740150"/>
            <a:ext cx="0" cy="825500"/>
          </a:xfrm>
          <a:prstGeom prst="line">
            <a:avLst/>
          </a:prstGeom>
          <a:noFill/>
          <a:ln w="127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1333" name="Line 21">
            <a:extLst>
              <a:ext uri="{FF2B5EF4-FFF2-40B4-BE49-F238E27FC236}">
                <a16:creationId xmlns:a16="http://schemas.microsoft.com/office/drawing/2014/main" id="{23D8F050-A5D4-43D8-8D77-D6E20A9F6F03}"/>
              </a:ext>
            </a:extLst>
          </p:cNvPr>
          <p:cNvSpPr>
            <a:spLocks noChangeShapeType="1"/>
          </p:cNvSpPr>
          <p:nvPr/>
        </p:nvSpPr>
        <p:spPr bwMode="auto">
          <a:xfrm>
            <a:off x="6072188" y="3740150"/>
            <a:ext cx="0" cy="825500"/>
          </a:xfrm>
          <a:prstGeom prst="line">
            <a:avLst/>
          </a:prstGeom>
          <a:noFill/>
          <a:ln w="127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1334" name="Rectangle 22">
            <a:extLst>
              <a:ext uri="{FF2B5EF4-FFF2-40B4-BE49-F238E27FC236}">
                <a16:creationId xmlns:a16="http://schemas.microsoft.com/office/drawing/2014/main" id="{9C265E78-EAC0-49DD-8457-FA7B28FDDF12}"/>
              </a:ext>
            </a:extLst>
          </p:cNvPr>
          <p:cNvSpPr>
            <a:spLocks noGrp="1" noChangeArrowheads="1"/>
          </p:cNvSpPr>
          <p:nvPr>
            <p:ph type="title"/>
          </p:nvPr>
        </p:nvSpPr>
        <p:spPr>
          <a:xfrm>
            <a:off x="685800" y="457200"/>
            <a:ext cx="7772400" cy="1143000"/>
          </a:xfrm>
        </p:spPr>
        <p:txBody>
          <a:bodyPr/>
          <a:lstStyle/>
          <a:p>
            <a:r>
              <a:rPr lang="en-US" altLang="en-US" dirty="0">
                <a:solidFill>
                  <a:srgbClr val="FF0000"/>
                </a:solidFill>
              </a:rPr>
              <a:t>CORBA architecture</a:t>
            </a: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a:extLst>
              <a:ext uri="{FF2B5EF4-FFF2-40B4-BE49-F238E27FC236}">
                <a16:creationId xmlns:a16="http://schemas.microsoft.com/office/drawing/2014/main" id="{D65A5A5B-BD6F-42EE-80CB-590BC82BBA43}"/>
              </a:ext>
            </a:extLst>
          </p:cNvPr>
          <p:cNvSpPr>
            <a:spLocks noGrp="1" noChangeArrowheads="1"/>
          </p:cNvSpPr>
          <p:nvPr>
            <p:ph type="title"/>
          </p:nvPr>
        </p:nvSpPr>
        <p:spPr>
          <a:xfrm>
            <a:off x="628650" y="365127"/>
            <a:ext cx="7886700" cy="874738"/>
          </a:xfrm>
        </p:spPr>
        <p:txBody>
          <a:bodyPr/>
          <a:lstStyle/>
          <a:p>
            <a:r>
              <a:rPr lang="en-US" altLang="en-US" sz="3200" dirty="0">
                <a:solidFill>
                  <a:srgbClr val="FF0000"/>
                </a:solidFill>
              </a:rPr>
              <a:t>CORBA Objects</a:t>
            </a:r>
          </a:p>
        </p:txBody>
      </p:sp>
      <p:sp>
        <p:nvSpPr>
          <p:cNvPr id="125955" name="Rectangle 3">
            <a:extLst>
              <a:ext uri="{FF2B5EF4-FFF2-40B4-BE49-F238E27FC236}">
                <a16:creationId xmlns:a16="http://schemas.microsoft.com/office/drawing/2014/main" id="{FDAF1DA1-0D18-464B-9051-D6EC5808C3C6}"/>
              </a:ext>
            </a:extLst>
          </p:cNvPr>
          <p:cNvSpPr>
            <a:spLocks noGrp="1" noChangeArrowheads="1"/>
          </p:cNvSpPr>
          <p:nvPr>
            <p:ph type="body" idx="1"/>
          </p:nvPr>
        </p:nvSpPr>
        <p:spPr>
          <a:xfrm>
            <a:off x="628650" y="1503336"/>
            <a:ext cx="7888637" cy="5252466"/>
          </a:xfrm>
        </p:spPr>
        <p:txBody>
          <a:bodyPr>
            <a:normAutofit fontScale="70000" lnSpcReduction="20000"/>
          </a:bodyPr>
          <a:lstStyle/>
          <a:p>
            <a:r>
              <a:rPr lang="en-US" altLang="en-US" sz="4000" dirty="0"/>
              <a:t>A CORBA Object has an interface and an implementation</a:t>
            </a:r>
          </a:p>
          <a:p>
            <a:r>
              <a:rPr lang="en-US" altLang="en-US" sz="4000" dirty="0"/>
              <a:t>Client objects in CORBA do a “remote method invocation (RMI)” on server objects. (Under different circumstances, a single object instance can be either a client or server.)</a:t>
            </a:r>
          </a:p>
          <a:p>
            <a:r>
              <a:rPr lang="en-US" altLang="en-US" sz="4000" dirty="0"/>
              <a:t>The object adapter manages the life cycle of objects in its domain, such as instantiating them, destroying them, directing RMI’s at them, etc.</a:t>
            </a:r>
          </a:p>
          <a:p>
            <a:r>
              <a:rPr lang="en-US" altLang="en-US" sz="4000" dirty="0"/>
              <a:t>The interface repository stores browsable descriptions of all object interfaces, argument and return value interfaces, etc. This is called object metadata, meaning “data about the data”.</a:t>
            </a:r>
          </a:p>
          <a:p>
            <a:r>
              <a:rPr lang="en-US" altLang="en-US" sz="4000" dirty="0"/>
              <a:t>Interface is not bound to a specific implementation programming language</a:t>
            </a:r>
          </a:p>
          <a:p>
            <a:endParaRPr lang="en-US" altLang="en-US" sz="3600" dirty="0"/>
          </a:p>
          <a:p>
            <a:endParaRPr lang="en-US" altLang="en-US" dirty="0"/>
          </a:p>
          <a:p>
            <a:pPr lvl="1">
              <a:buFont typeface="Marlett" pitchFamily="2" charset="2"/>
              <a:buNone/>
            </a:pPr>
            <a:endParaRPr lang="en-US" alt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D262BA15-A2C0-466B-80FA-11B947E1F183}"/>
              </a:ext>
            </a:extLst>
          </p:cNvPr>
          <p:cNvSpPr>
            <a:spLocks noGrp="1"/>
          </p:cNvSpPr>
          <p:nvPr>
            <p:ph type="sldNum" sz="quarter" idx="12"/>
          </p:nvPr>
        </p:nvSpPr>
        <p:spPr/>
        <p:txBody>
          <a:bodyPr/>
          <a:lstStyle/>
          <a:p>
            <a:fld id="{26378037-EF27-49A0-B7F1-C64BDF9496A7}" type="slidenum">
              <a:rPr lang="en-US" altLang="en-US"/>
              <a:pPr/>
              <a:t>24</a:t>
            </a:fld>
            <a:endParaRPr lang="en-US" altLang="en-US"/>
          </a:p>
        </p:txBody>
      </p:sp>
      <p:sp>
        <p:nvSpPr>
          <p:cNvPr id="309250" name="Rectangle 2">
            <a:extLst>
              <a:ext uri="{FF2B5EF4-FFF2-40B4-BE49-F238E27FC236}">
                <a16:creationId xmlns:a16="http://schemas.microsoft.com/office/drawing/2014/main" id="{9DD7DAB5-C4CF-4BCC-A50D-5294B2A15C05}"/>
              </a:ext>
            </a:extLst>
          </p:cNvPr>
          <p:cNvSpPr>
            <a:spLocks noGrp="1" noChangeArrowheads="1"/>
          </p:cNvSpPr>
          <p:nvPr>
            <p:ph type="title"/>
          </p:nvPr>
        </p:nvSpPr>
        <p:spPr>
          <a:xfrm>
            <a:off x="628650" y="365126"/>
            <a:ext cx="7886700" cy="1029721"/>
          </a:xfrm>
        </p:spPr>
        <p:txBody>
          <a:bodyPr/>
          <a:lstStyle/>
          <a:p>
            <a:r>
              <a:rPr lang="en-US" altLang="en-US" dirty="0">
                <a:solidFill>
                  <a:srgbClr val="FF0000"/>
                </a:solidFill>
              </a:rPr>
              <a:t>CORBA is a Middleware Standard</a:t>
            </a:r>
          </a:p>
        </p:txBody>
      </p:sp>
      <p:sp>
        <p:nvSpPr>
          <p:cNvPr id="309251" name="Rectangle 3">
            <a:extLst>
              <a:ext uri="{FF2B5EF4-FFF2-40B4-BE49-F238E27FC236}">
                <a16:creationId xmlns:a16="http://schemas.microsoft.com/office/drawing/2014/main" id="{4E28451C-B85B-4B20-A7FD-B4C9A571D795}"/>
              </a:ext>
            </a:extLst>
          </p:cNvPr>
          <p:cNvSpPr>
            <a:spLocks noGrp="1" noChangeArrowheads="1"/>
          </p:cNvSpPr>
          <p:nvPr>
            <p:ph type="body" idx="1"/>
          </p:nvPr>
        </p:nvSpPr>
        <p:spPr>
          <a:xfrm>
            <a:off x="628650" y="1524000"/>
            <a:ext cx="8134350" cy="4525963"/>
          </a:xfrm>
        </p:spPr>
        <p:txBody>
          <a:bodyPr/>
          <a:lstStyle/>
          <a:p>
            <a:r>
              <a:rPr lang="en-US" altLang="en-US" sz="2800" dirty="0"/>
              <a:t>Before CORBA, middleware was dominated by proprietary tools</a:t>
            </a:r>
          </a:p>
          <a:p>
            <a:r>
              <a:rPr lang="en-US" altLang="en-US" sz="2800" dirty="0"/>
              <a:t>CORBA provides a standard that allows you to:</a:t>
            </a:r>
          </a:p>
          <a:p>
            <a:pPr lvl="1"/>
            <a:r>
              <a:rPr lang="en-US" altLang="en-US" sz="2400" dirty="0"/>
              <a:t>Develop applications using a common basis</a:t>
            </a:r>
          </a:p>
          <a:p>
            <a:pPr lvl="1"/>
            <a:r>
              <a:rPr lang="en-US" altLang="en-US" sz="2400" dirty="0"/>
              <a:t>Change CORBA products with minimal rewriting of code</a:t>
            </a:r>
          </a:p>
          <a:p>
            <a:pPr lvl="1"/>
            <a:r>
              <a:rPr lang="en-US" altLang="en-US" sz="2400" dirty="0"/>
              <a:t>Make objects running on different CORBA products interoperate</a:t>
            </a:r>
          </a:p>
          <a:p>
            <a:pPr lvl="1"/>
            <a:r>
              <a:rPr lang="en-US" altLang="en-US" sz="2400" dirty="0"/>
              <a:t>Integrate third-party products that respect the standard</a:t>
            </a:r>
          </a:p>
          <a:p>
            <a:r>
              <a:rPr lang="en-US" altLang="en-US" sz="2800" dirty="0"/>
              <a:t>CORBA is evolving to standardize other types of middleware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A3097580-A43A-43A3-9F29-F4183D0E8C9E}"/>
              </a:ext>
            </a:extLst>
          </p:cNvPr>
          <p:cNvSpPr>
            <a:spLocks noGrp="1"/>
          </p:cNvSpPr>
          <p:nvPr>
            <p:ph type="sldNum" sz="quarter" idx="12"/>
          </p:nvPr>
        </p:nvSpPr>
        <p:spPr/>
        <p:txBody>
          <a:bodyPr/>
          <a:lstStyle/>
          <a:p>
            <a:fld id="{E34D24FF-8524-4E68-AE16-4D5680A084E3}" type="slidenum">
              <a:rPr lang="en-US" altLang="en-US"/>
              <a:pPr/>
              <a:t>25</a:t>
            </a:fld>
            <a:endParaRPr lang="en-US" altLang="en-US"/>
          </a:p>
        </p:txBody>
      </p:sp>
      <p:sp>
        <p:nvSpPr>
          <p:cNvPr id="312322" name="Rectangle 2">
            <a:extLst>
              <a:ext uri="{FF2B5EF4-FFF2-40B4-BE49-F238E27FC236}">
                <a16:creationId xmlns:a16="http://schemas.microsoft.com/office/drawing/2014/main" id="{6CF53FA6-5E66-4E96-A393-DD5AFFDBD20F}"/>
              </a:ext>
            </a:extLst>
          </p:cNvPr>
          <p:cNvSpPr>
            <a:spLocks noGrp="1" noChangeArrowheads="1"/>
          </p:cNvSpPr>
          <p:nvPr>
            <p:ph type="title"/>
          </p:nvPr>
        </p:nvSpPr>
        <p:spPr/>
        <p:txBody>
          <a:bodyPr/>
          <a:lstStyle/>
          <a:p>
            <a:r>
              <a:rPr lang="en-US" altLang="en-US" dirty="0">
                <a:solidFill>
                  <a:srgbClr val="FF0000"/>
                </a:solidFill>
              </a:rPr>
              <a:t>How Does CORBA Work?</a:t>
            </a:r>
          </a:p>
        </p:txBody>
      </p:sp>
      <p:sp>
        <p:nvSpPr>
          <p:cNvPr id="312323" name="Rectangle 3">
            <a:extLst>
              <a:ext uri="{FF2B5EF4-FFF2-40B4-BE49-F238E27FC236}">
                <a16:creationId xmlns:a16="http://schemas.microsoft.com/office/drawing/2014/main" id="{01B39B28-72E9-4641-AE0E-6F5C3093C9D1}"/>
              </a:ext>
            </a:extLst>
          </p:cNvPr>
          <p:cNvSpPr>
            <a:spLocks noGrp="1" noChangeArrowheads="1"/>
          </p:cNvSpPr>
          <p:nvPr>
            <p:ph type="body" idx="1"/>
          </p:nvPr>
        </p:nvSpPr>
        <p:spPr/>
        <p:txBody>
          <a:bodyPr/>
          <a:lstStyle/>
          <a:p>
            <a:r>
              <a:rPr lang="en-US" altLang="en-US" sz="2800"/>
              <a:t>Step 1: Write a specification for each object using IDL (Interface Definition Language)</a:t>
            </a:r>
          </a:p>
          <a:p>
            <a:r>
              <a:rPr lang="en-US" altLang="en-US" sz="2800"/>
              <a:t>Step 2: Compile the IDL to generate client stub and server skeleton code</a:t>
            </a:r>
          </a:p>
          <a:p>
            <a:r>
              <a:rPr lang="en-US" altLang="en-US" sz="2800"/>
              <a:t>Step 3: Write the client application code.</a:t>
            </a:r>
          </a:p>
          <a:p>
            <a:r>
              <a:rPr lang="en-US" altLang="en-US" sz="2800"/>
              <a:t>Step 4: Write the server object code.</a:t>
            </a:r>
          </a:p>
          <a:p>
            <a:r>
              <a:rPr lang="en-US" altLang="en-US" sz="2800"/>
              <a:t>Step 5: Compile the client and server code</a:t>
            </a:r>
          </a:p>
          <a:p>
            <a:r>
              <a:rPr lang="en-US" altLang="en-US" sz="2800"/>
              <a:t>Step 6. Start the server</a:t>
            </a:r>
          </a:p>
          <a:p>
            <a:r>
              <a:rPr lang="en-US" altLang="en-US" sz="2800"/>
              <a:t>Step 7: Run the client application</a:t>
            </a:r>
          </a:p>
        </p:txBody>
      </p:sp>
      <p:sp>
        <p:nvSpPr>
          <p:cNvPr id="312324" name="Text Box 4">
            <a:extLst>
              <a:ext uri="{FF2B5EF4-FFF2-40B4-BE49-F238E27FC236}">
                <a16:creationId xmlns:a16="http://schemas.microsoft.com/office/drawing/2014/main" id="{735370EC-6684-4E40-9022-5B7B6CFB98A6}"/>
              </a:ext>
            </a:extLst>
          </p:cNvPr>
          <p:cNvSpPr txBox="1">
            <a:spLocks noChangeArrowheads="1"/>
          </p:cNvSpPr>
          <p:nvPr/>
        </p:nvSpPr>
        <p:spPr bwMode="auto">
          <a:xfrm>
            <a:off x="5867400" y="6248400"/>
            <a:ext cx="30480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sz="1200">
                <a:latin typeface="Times New Roman" panose="02020603050405020304" pitchFamily="18" charset="0"/>
              </a:rPr>
              <a:t>* Source: Visibroker Progammer’s Guide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2">
            <a:extLst>
              <a:ext uri="{FF2B5EF4-FFF2-40B4-BE49-F238E27FC236}">
                <a16:creationId xmlns:a16="http://schemas.microsoft.com/office/drawing/2014/main" id="{260A17FA-6AF0-4ED7-A295-1AB6CF3FF2FE}"/>
              </a:ext>
            </a:extLst>
          </p:cNvPr>
          <p:cNvSpPr>
            <a:spLocks noGrp="1" noChangeArrowheads="1"/>
          </p:cNvSpPr>
          <p:nvPr>
            <p:ph type="title"/>
          </p:nvPr>
        </p:nvSpPr>
        <p:spPr>
          <a:xfrm>
            <a:off x="635000" y="246857"/>
            <a:ext cx="7886700" cy="811211"/>
          </a:xfrm>
        </p:spPr>
        <p:txBody>
          <a:bodyPr/>
          <a:lstStyle/>
          <a:p>
            <a:r>
              <a:rPr lang="de-DE" altLang="en-US" sz="3600" dirty="0">
                <a:solidFill>
                  <a:srgbClr val="FF0000"/>
                </a:solidFill>
              </a:rPr>
              <a:t>CORBA – </a:t>
            </a:r>
            <a:r>
              <a:rPr lang="de-DE" altLang="en-US" sz="3600" dirty="0" err="1">
                <a:solidFill>
                  <a:srgbClr val="FF0000"/>
                </a:solidFill>
              </a:rPr>
              <a:t>How</a:t>
            </a:r>
            <a:r>
              <a:rPr lang="de-DE" altLang="en-US" sz="3600" dirty="0">
                <a:solidFill>
                  <a:srgbClr val="FF0000"/>
                </a:solidFill>
              </a:rPr>
              <a:t> </a:t>
            </a:r>
            <a:r>
              <a:rPr lang="de-DE" altLang="en-US" sz="3600" dirty="0" err="1">
                <a:solidFill>
                  <a:srgbClr val="FF0000"/>
                </a:solidFill>
              </a:rPr>
              <a:t>it</a:t>
            </a:r>
            <a:r>
              <a:rPr lang="de-DE" altLang="en-US" sz="3600" dirty="0">
                <a:solidFill>
                  <a:srgbClr val="FF0000"/>
                </a:solidFill>
              </a:rPr>
              <a:t> </a:t>
            </a:r>
            <a:r>
              <a:rPr lang="de-DE" altLang="en-US" sz="3600" dirty="0" err="1">
                <a:solidFill>
                  <a:srgbClr val="FF0000"/>
                </a:solidFill>
              </a:rPr>
              <a:t>works</a:t>
            </a:r>
            <a:endParaRPr lang="de-DE" altLang="en-US" sz="3600" dirty="0">
              <a:solidFill>
                <a:srgbClr val="FF0000"/>
              </a:solidFill>
            </a:endParaRPr>
          </a:p>
        </p:txBody>
      </p:sp>
      <p:sp>
        <p:nvSpPr>
          <p:cNvPr id="167939" name="Rectangle 3">
            <a:extLst>
              <a:ext uri="{FF2B5EF4-FFF2-40B4-BE49-F238E27FC236}">
                <a16:creationId xmlns:a16="http://schemas.microsoft.com/office/drawing/2014/main" id="{0676E035-0AC2-49C4-BEB9-E62C93586FE5}"/>
              </a:ext>
            </a:extLst>
          </p:cNvPr>
          <p:cNvSpPr>
            <a:spLocks noChangeArrowheads="1"/>
          </p:cNvSpPr>
          <p:nvPr/>
        </p:nvSpPr>
        <p:spPr bwMode="auto">
          <a:xfrm>
            <a:off x="3962400" y="1295400"/>
            <a:ext cx="3729038" cy="709613"/>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de-AT" altLang="en-US" sz="2400">
                <a:solidFill>
                  <a:schemeClr val="tx2"/>
                </a:solidFill>
              </a:rPr>
              <a:t>IDL of service provider</a:t>
            </a:r>
          </a:p>
        </p:txBody>
      </p:sp>
      <p:sp>
        <p:nvSpPr>
          <p:cNvPr id="167940" name="Rectangle 4">
            <a:extLst>
              <a:ext uri="{FF2B5EF4-FFF2-40B4-BE49-F238E27FC236}">
                <a16:creationId xmlns:a16="http://schemas.microsoft.com/office/drawing/2014/main" id="{18B96549-16B2-4CAE-934A-F43B8AB9610D}"/>
              </a:ext>
            </a:extLst>
          </p:cNvPr>
          <p:cNvSpPr>
            <a:spLocks noChangeArrowheads="1"/>
          </p:cNvSpPr>
          <p:nvPr/>
        </p:nvSpPr>
        <p:spPr bwMode="auto">
          <a:xfrm>
            <a:off x="635000" y="2182813"/>
            <a:ext cx="1479550" cy="1479550"/>
          </a:xfrm>
          <a:prstGeom prst="rect">
            <a:avLst/>
          </a:prstGeom>
          <a:solidFill>
            <a:schemeClr val="accent5">
              <a:lumMod val="20000"/>
              <a:lumOff val="80000"/>
            </a:schemeClr>
          </a:solidFill>
          <a:ln w="9525">
            <a:solidFill>
              <a:schemeClr val="tx1"/>
            </a:solidFill>
            <a:miter lim="800000"/>
            <a:headEnd/>
            <a:tailEnd/>
          </a:ln>
          <a:effectLst/>
        </p:spPr>
        <p:txBody>
          <a:bodyPr wrap="none" anchor="ctr"/>
          <a:lstStyle/>
          <a:p>
            <a:pPr algn="ctr">
              <a:spcBef>
                <a:spcPct val="50000"/>
              </a:spcBef>
            </a:pPr>
            <a:r>
              <a:rPr lang="de-AT" altLang="en-US" sz="2400" dirty="0" err="1">
                <a:solidFill>
                  <a:schemeClr val="tx2"/>
                </a:solidFill>
              </a:rPr>
              <a:t>application</a:t>
            </a:r>
            <a:br>
              <a:rPr lang="de-AT" altLang="en-US" sz="2400" dirty="0">
                <a:solidFill>
                  <a:schemeClr val="tx2"/>
                </a:solidFill>
              </a:rPr>
            </a:br>
            <a:r>
              <a:rPr lang="de-AT" altLang="en-US" sz="2400" dirty="0" err="1">
                <a:solidFill>
                  <a:schemeClr val="tx2"/>
                </a:solidFill>
              </a:rPr>
              <a:t>object</a:t>
            </a:r>
            <a:endParaRPr lang="de-AT" altLang="en-US" sz="2400" dirty="0">
              <a:solidFill>
                <a:schemeClr val="tx2"/>
              </a:solidFill>
            </a:endParaRPr>
          </a:p>
          <a:p>
            <a:pPr algn="ctr">
              <a:spcBef>
                <a:spcPct val="50000"/>
              </a:spcBef>
            </a:pPr>
            <a:r>
              <a:rPr lang="de-AT" altLang="en-US" sz="2400" dirty="0">
                <a:solidFill>
                  <a:schemeClr val="tx2"/>
                </a:solidFill>
              </a:rPr>
              <a:t>(</a:t>
            </a:r>
            <a:r>
              <a:rPr lang="de-AT" altLang="en-US" sz="2400" dirty="0" err="1">
                <a:solidFill>
                  <a:schemeClr val="tx2"/>
                </a:solidFill>
              </a:rPr>
              <a:t>client</a:t>
            </a:r>
            <a:r>
              <a:rPr lang="de-AT" altLang="en-US" sz="2400" dirty="0">
                <a:solidFill>
                  <a:schemeClr val="tx2"/>
                </a:solidFill>
              </a:rPr>
              <a:t>)</a:t>
            </a:r>
          </a:p>
        </p:txBody>
      </p:sp>
      <p:sp>
        <p:nvSpPr>
          <p:cNvPr id="167941" name="Line 5">
            <a:extLst>
              <a:ext uri="{FF2B5EF4-FFF2-40B4-BE49-F238E27FC236}">
                <a16:creationId xmlns:a16="http://schemas.microsoft.com/office/drawing/2014/main" id="{BB6FB6D9-E236-486D-8D7E-86FDF5969292}"/>
              </a:ext>
            </a:extLst>
          </p:cNvPr>
          <p:cNvSpPr>
            <a:spLocks noChangeShapeType="1"/>
          </p:cNvSpPr>
          <p:nvPr/>
        </p:nvSpPr>
        <p:spPr bwMode="auto">
          <a:xfrm>
            <a:off x="1344613" y="3662363"/>
            <a:ext cx="0" cy="711200"/>
          </a:xfrm>
          <a:prstGeom prst="line">
            <a:avLst/>
          </a:prstGeom>
          <a:noFill/>
          <a:ln w="381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7942" name="Rectangle 6">
            <a:extLst>
              <a:ext uri="{FF2B5EF4-FFF2-40B4-BE49-F238E27FC236}">
                <a16:creationId xmlns:a16="http://schemas.microsoft.com/office/drawing/2014/main" id="{312F7B2B-2804-4CB5-84B1-30763D46BD6F}"/>
              </a:ext>
            </a:extLst>
          </p:cNvPr>
          <p:cNvSpPr>
            <a:spLocks noChangeArrowheads="1"/>
          </p:cNvSpPr>
          <p:nvPr/>
        </p:nvSpPr>
        <p:spPr bwMode="auto">
          <a:xfrm>
            <a:off x="457200" y="4668838"/>
            <a:ext cx="6629400" cy="473075"/>
          </a:xfrm>
          <a:prstGeom prst="rect">
            <a:avLst/>
          </a:prstGeom>
          <a:solidFill>
            <a:srgbClr val="80808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50000"/>
              </a:spcBef>
            </a:pPr>
            <a:r>
              <a:rPr lang="de-AT" altLang="en-US" sz="2400">
                <a:solidFill>
                  <a:schemeClr val="bg1"/>
                </a:solidFill>
              </a:rPr>
              <a:t>Object Request Broker (ORB)</a:t>
            </a:r>
          </a:p>
        </p:txBody>
      </p:sp>
      <p:sp>
        <p:nvSpPr>
          <p:cNvPr id="167943" name="AutoShape 7">
            <a:extLst>
              <a:ext uri="{FF2B5EF4-FFF2-40B4-BE49-F238E27FC236}">
                <a16:creationId xmlns:a16="http://schemas.microsoft.com/office/drawing/2014/main" id="{D12EC125-6AE2-421B-AD7F-69D2FE8DDDAB}"/>
              </a:ext>
            </a:extLst>
          </p:cNvPr>
          <p:cNvSpPr>
            <a:spLocks noChangeArrowheads="1"/>
          </p:cNvSpPr>
          <p:nvPr/>
        </p:nvSpPr>
        <p:spPr bwMode="auto">
          <a:xfrm>
            <a:off x="2587625" y="5556250"/>
            <a:ext cx="2249488" cy="592138"/>
          </a:xfrm>
          <a:prstGeom prst="can">
            <a:avLst>
              <a:gd name="adj" fmla="val 25000"/>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de-AT" altLang="en-US" sz="2000">
                <a:solidFill>
                  <a:schemeClr val="tx2"/>
                </a:solidFill>
              </a:rPr>
              <a:t>Interface repository</a:t>
            </a:r>
          </a:p>
        </p:txBody>
      </p:sp>
      <p:sp>
        <p:nvSpPr>
          <p:cNvPr id="167944" name="Line 8">
            <a:extLst>
              <a:ext uri="{FF2B5EF4-FFF2-40B4-BE49-F238E27FC236}">
                <a16:creationId xmlns:a16="http://schemas.microsoft.com/office/drawing/2014/main" id="{D26651C2-6601-4768-822B-19DB2E84B3B0}"/>
              </a:ext>
            </a:extLst>
          </p:cNvPr>
          <p:cNvSpPr>
            <a:spLocks noChangeShapeType="1"/>
          </p:cNvSpPr>
          <p:nvPr/>
        </p:nvSpPr>
        <p:spPr bwMode="auto">
          <a:xfrm>
            <a:off x="3771900" y="5141913"/>
            <a:ext cx="0" cy="414337"/>
          </a:xfrm>
          <a:prstGeom prst="line">
            <a:avLst/>
          </a:prstGeom>
          <a:noFill/>
          <a:ln w="381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7945" name="Rectangle 9">
            <a:extLst>
              <a:ext uri="{FF2B5EF4-FFF2-40B4-BE49-F238E27FC236}">
                <a16:creationId xmlns:a16="http://schemas.microsoft.com/office/drawing/2014/main" id="{ABB92D01-43D0-4DAA-BBD8-BA8F0ABF7614}"/>
              </a:ext>
            </a:extLst>
          </p:cNvPr>
          <p:cNvSpPr>
            <a:spLocks noChangeArrowheads="1"/>
          </p:cNvSpPr>
          <p:nvPr/>
        </p:nvSpPr>
        <p:spPr bwMode="auto">
          <a:xfrm>
            <a:off x="457200" y="4373563"/>
            <a:ext cx="2841625" cy="295275"/>
          </a:xfrm>
          <a:prstGeom prst="rect">
            <a:avLst/>
          </a:prstGeom>
          <a:solidFill>
            <a:srgbClr val="80808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de-AT" altLang="en-US">
                <a:solidFill>
                  <a:schemeClr val="bg1"/>
                </a:solidFill>
              </a:rPr>
              <a:t>Dynmic Invocation Interface</a:t>
            </a:r>
          </a:p>
        </p:txBody>
      </p:sp>
      <p:sp>
        <p:nvSpPr>
          <p:cNvPr id="167946" name="Rectangle 10">
            <a:extLst>
              <a:ext uri="{FF2B5EF4-FFF2-40B4-BE49-F238E27FC236}">
                <a16:creationId xmlns:a16="http://schemas.microsoft.com/office/drawing/2014/main" id="{E0296AEE-3E5C-468F-BD09-3BA6B2806E07}"/>
              </a:ext>
            </a:extLst>
          </p:cNvPr>
          <p:cNvSpPr>
            <a:spLocks noChangeArrowheads="1"/>
          </p:cNvSpPr>
          <p:nvPr/>
        </p:nvSpPr>
        <p:spPr bwMode="auto">
          <a:xfrm>
            <a:off x="3179763" y="2479675"/>
            <a:ext cx="2154237" cy="531813"/>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de-AT" altLang="en-US" sz="2000">
                <a:solidFill>
                  <a:schemeClr val="tx2"/>
                </a:solidFill>
              </a:rPr>
              <a:t>IDL compiler</a:t>
            </a:r>
            <a:br>
              <a:rPr lang="de-AT" altLang="en-US" sz="2000">
                <a:solidFill>
                  <a:schemeClr val="tx2"/>
                </a:solidFill>
              </a:rPr>
            </a:br>
            <a:r>
              <a:rPr lang="de-AT" altLang="en-US" sz="2000">
                <a:solidFill>
                  <a:schemeClr val="tx2"/>
                </a:solidFill>
              </a:rPr>
              <a:t>(client)</a:t>
            </a:r>
          </a:p>
        </p:txBody>
      </p:sp>
      <p:sp>
        <p:nvSpPr>
          <p:cNvPr id="167947" name="Rectangle 11">
            <a:extLst>
              <a:ext uri="{FF2B5EF4-FFF2-40B4-BE49-F238E27FC236}">
                <a16:creationId xmlns:a16="http://schemas.microsoft.com/office/drawing/2014/main" id="{EF88ECEF-206F-4024-B09E-0F2484857A4E}"/>
              </a:ext>
            </a:extLst>
          </p:cNvPr>
          <p:cNvSpPr>
            <a:spLocks noChangeArrowheads="1"/>
          </p:cNvSpPr>
          <p:nvPr/>
        </p:nvSpPr>
        <p:spPr bwMode="auto">
          <a:xfrm>
            <a:off x="6248400" y="2514600"/>
            <a:ext cx="2133600" cy="531813"/>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de-AT" altLang="en-US" sz="2000">
                <a:solidFill>
                  <a:schemeClr val="tx2"/>
                </a:solidFill>
              </a:rPr>
              <a:t>IDL compiler</a:t>
            </a:r>
            <a:br>
              <a:rPr lang="de-AT" altLang="en-US" sz="2000">
                <a:solidFill>
                  <a:schemeClr val="tx2"/>
                </a:solidFill>
              </a:rPr>
            </a:br>
            <a:r>
              <a:rPr lang="de-AT" altLang="en-US" sz="2000">
                <a:solidFill>
                  <a:schemeClr val="tx2"/>
                </a:solidFill>
              </a:rPr>
              <a:t>(server side)</a:t>
            </a:r>
          </a:p>
        </p:txBody>
      </p:sp>
      <p:sp>
        <p:nvSpPr>
          <p:cNvPr id="167948" name="Line 12">
            <a:extLst>
              <a:ext uri="{FF2B5EF4-FFF2-40B4-BE49-F238E27FC236}">
                <a16:creationId xmlns:a16="http://schemas.microsoft.com/office/drawing/2014/main" id="{9ACE087D-84C9-4D15-B0BE-9119EF6FA2B9}"/>
              </a:ext>
            </a:extLst>
          </p:cNvPr>
          <p:cNvSpPr>
            <a:spLocks noChangeShapeType="1"/>
          </p:cNvSpPr>
          <p:nvPr/>
        </p:nvSpPr>
        <p:spPr bwMode="auto">
          <a:xfrm flipH="1">
            <a:off x="4800600" y="1981200"/>
            <a:ext cx="889000" cy="474663"/>
          </a:xfrm>
          <a:prstGeom prst="line">
            <a:avLst/>
          </a:prstGeom>
          <a:noFill/>
          <a:ln w="38100">
            <a:solidFill>
              <a:schemeClr val="tx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7949" name="Line 13">
            <a:extLst>
              <a:ext uri="{FF2B5EF4-FFF2-40B4-BE49-F238E27FC236}">
                <a16:creationId xmlns:a16="http://schemas.microsoft.com/office/drawing/2014/main" id="{4121FCD8-4FD1-4130-B254-41B489E1BB9B}"/>
              </a:ext>
            </a:extLst>
          </p:cNvPr>
          <p:cNvSpPr>
            <a:spLocks noChangeShapeType="1"/>
          </p:cNvSpPr>
          <p:nvPr/>
        </p:nvSpPr>
        <p:spPr bwMode="auto">
          <a:xfrm>
            <a:off x="5638800" y="1981200"/>
            <a:ext cx="1006475" cy="474663"/>
          </a:xfrm>
          <a:prstGeom prst="line">
            <a:avLst/>
          </a:prstGeom>
          <a:noFill/>
          <a:ln w="38100">
            <a:solidFill>
              <a:schemeClr val="tx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7950" name="Rectangle 14">
            <a:extLst>
              <a:ext uri="{FF2B5EF4-FFF2-40B4-BE49-F238E27FC236}">
                <a16:creationId xmlns:a16="http://schemas.microsoft.com/office/drawing/2014/main" id="{68901124-9A6C-473D-96C8-2A180D8CF76D}"/>
              </a:ext>
            </a:extLst>
          </p:cNvPr>
          <p:cNvSpPr>
            <a:spLocks noChangeArrowheads="1"/>
          </p:cNvSpPr>
          <p:nvPr/>
        </p:nvSpPr>
        <p:spPr bwMode="auto">
          <a:xfrm>
            <a:off x="3179763" y="3367088"/>
            <a:ext cx="2154237" cy="531812"/>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de-AT" altLang="en-US" sz="2000">
                <a:solidFill>
                  <a:schemeClr val="tx2"/>
                </a:solidFill>
              </a:rPr>
              <a:t>application object</a:t>
            </a:r>
            <a:br>
              <a:rPr lang="de-AT" altLang="en-US" sz="2000">
                <a:solidFill>
                  <a:schemeClr val="tx2"/>
                </a:solidFill>
              </a:rPr>
            </a:br>
            <a:r>
              <a:rPr lang="de-AT" altLang="en-US" sz="2000">
                <a:solidFill>
                  <a:schemeClr val="tx2"/>
                </a:solidFill>
              </a:rPr>
              <a:t>(client)</a:t>
            </a:r>
          </a:p>
        </p:txBody>
      </p:sp>
      <p:sp>
        <p:nvSpPr>
          <p:cNvPr id="167951" name="Rectangle 15">
            <a:extLst>
              <a:ext uri="{FF2B5EF4-FFF2-40B4-BE49-F238E27FC236}">
                <a16:creationId xmlns:a16="http://schemas.microsoft.com/office/drawing/2014/main" id="{E751E08E-6707-490A-91A9-C02475A273A0}"/>
              </a:ext>
            </a:extLst>
          </p:cNvPr>
          <p:cNvSpPr>
            <a:spLocks noChangeArrowheads="1"/>
          </p:cNvSpPr>
          <p:nvPr/>
        </p:nvSpPr>
        <p:spPr bwMode="auto">
          <a:xfrm>
            <a:off x="6248400" y="3354388"/>
            <a:ext cx="2133600" cy="531812"/>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de-AT" altLang="en-US">
                <a:solidFill>
                  <a:schemeClr val="tx2"/>
                </a:solidFill>
              </a:rPr>
              <a:t>application object</a:t>
            </a:r>
            <a:br>
              <a:rPr lang="de-AT" altLang="en-US">
                <a:solidFill>
                  <a:schemeClr val="tx2"/>
                </a:solidFill>
              </a:rPr>
            </a:br>
            <a:r>
              <a:rPr lang="de-AT" altLang="en-US">
                <a:solidFill>
                  <a:schemeClr val="tx2"/>
                </a:solidFill>
              </a:rPr>
              <a:t>(service provider)</a:t>
            </a:r>
          </a:p>
        </p:txBody>
      </p:sp>
      <p:sp>
        <p:nvSpPr>
          <p:cNvPr id="167952" name="Rectangle 16">
            <a:extLst>
              <a:ext uri="{FF2B5EF4-FFF2-40B4-BE49-F238E27FC236}">
                <a16:creationId xmlns:a16="http://schemas.microsoft.com/office/drawing/2014/main" id="{0FA280F4-87F6-42BD-9FC3-6615103BC229}"/>
              </a:ext>
            </a:extLst>
          </p:cNvPr>
          <p:cNvSpPr>
            <a:spLocks noChangeArrowheads="1"/>
          </p:cNvSpPr>
          <p:nvPr/>
        </p:nvSpPr>
        <p:spPr bwMode="auto">
          <a:xfrm>
            <a:off x="3179763" y="3898900"/>
            <a:ext cx="2154237" cy="35560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de-AT" altLang="en-US" sz="2000">
                <a:solidFill>
                  <a:schemeClr val="tx2"/>
                </a:solidFill>
              </a:rPr>
              <a:t>stub</a:t>
            </a:r>
          </a:p>
        </p:txBody>
      </p:sp>
      <p:sp>
        <p:nvSpPr>
          <p:cNvPr id="167953" name="Rectangle 17">
            <a:extLst>
              <a:ext uri="{FF2B5EF4-FFF2-40B4-BE49-F238E27FC236}">
                <a16:creationId xmlns:a16="http://schemas.microsoft.com/office/drawing/2014/main" id="{076BED89-0606-4B87-A2D3-CE21020AA652}"/>
              </a:ext>
            </a:extLst>
          </p:cNvPr>
          <p:cNvSpPr>
            <a:spLocks noChangeArrowheads="1"/>
          </p:cNvSpPr>
          <p:nvPr/>
        </p:nvSpPr>
        <p:spPr bwMode="auto">
          <a:xfrm>
            <a:off x="6248400" y="3886200"/>
            <a:ext cx="2133600" cy="35560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de-AT" altLang="en-US" sz="2000">
                <a:solidFill>
                  <a:schemeClr val="tx2"/>
                </a:solidFill>
              </a:rPr>
              <a:t>skeleton</a:t>
            </a:r>
          </a:p>
        </p:txBody>
      </p:sp>
      <p:sp>
        <p:nvSpPr>
          <p:cNvPr id="167954" name="Line 18">
            <a:extLst>
              <a:ext uri="{FF2B5EF4-FFF2-40B4-BE49-F238E27FC236}">
                <a16:creationId xmlns:a16="http://schemas.microsoft.com/office/drawing/2014/main" id="{AA1A6759-1F35-4871-B731-34C2F14AEF62}"/>
              </a:ext>
            </a:extLst>
          </p:cNvPr>
          <p:cNvSpPr>
            <a:spLocks noChangeShapeType="1"/>
          </p:cNvSpPr>
          <p:nvPr/>
        </p:nvSpPr>
        <p:spPr bwMode="auto">
          <a:xfrm>
            <a:off x="4186238" y="4254500"/>
            <a:ext cx="0" cy="414338"/>
          </a:xfrm>
          <a:prstGeom prst="line">
            <a:avLst/>
          </a:prstGeom>
          <a:noFill/>
          <a:ln w="381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7955" name="Line 19">
            <a:extLst>
              <a:ext uri="{FF2B5EF4-FFF2-40B4-BE49-F238E27FC236}">
                <a16:creationId xmlns:a16="http://schemas.microsoft.com/office/drawing/2014/main" id="{41585ABF-B816-4780-8731-2DCE2BCEEBAB}"/>
              </a:ext>
            </a:extLst>
          </p:cNvPr>
          <p:cNvSpPr>
            <a:spLocks noChangeShapeType="1"/>
          </p:cNvSpPr>
          <p:nvPr/>
        </p:nvSpPr>
        <p:spPr bwMode="auto">
          <a:xfrm>
            <a:off x="6781800" y="4267200"/>
            <a:ext cx="0" cy="414338"/>
          </a:xfrm>
          <a:prstGeom prst="line">
            <a:avLst/>
          </a:prstGeom>
          <a:noFill/>
          <a:ln w="381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cxnSp>
        <p:nvCxnSpPr>
          <p:cNvPr id="167956" name="AutoShape 20">
            <a:extLst>
              <a:ext uri="{FF2B5EF4-FFF2-40B4-BE49-F238E27FC236}">
                <a16:creationId xmlns:a16="http://schemas.microsoft.com/office/drawing/2014/main" id="{A9B49C7B-3DFF-4CD2-AD46-FE572787D522}"/>
              </a:ext>
            </a:extLst>
          </p:cNvPr>
          <p:cNvCxnSpPr>
            <a:cxnSpLocks noChangeShapeType="1"/>
            <a:stCxn id="167946" idx="3"/>
            <a:endCxn id="167952" idx="3"/>
          </p:cNvCxnSpPr>
          <p:nvPr/>
        </p:nvCxnSpPr>
        <p:spPr bwMode="auto">
          <a:xfrm>
            <a:off x="5334000" y="2746375"/>
            <a:ext cx="1588" cy="1330325"/>
          </a:xfrm>
          <a:prstGeom prst="bentConnector3">
            <a:avLst>
              <a:gd name="adj1" fmla="val 14400000"/>
            </a:avLst>
          </a:prstGeom>
          <a:noFill/>
          <a:ln w="38100">
            <a:solidFill>
              <a:schemeClr val="tx1"/>
            </a:solidFill>
            <a:prstDash val="sysDot"/>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7957" name="AutoShape 21">
            <a:extLst>
              <a:ext uri="{FF2B5EF4-FFF2-40B4-BE49-F238E27FC236}">
                <a16:creationId xmlns:a16="http://schemas.microsoft.com/office/drawing/2014/main" id="{02F3750A-2DD1-44CF-91A2-4C0C9FCE1C24}"/>
              </a:ext>
            </a:extLst>
          </p:cNvPr>
          <p:cNvCxnSpPr>
            <a:cxnSpLocks noChangeShapeType="1"/>
            <a:stCxn id="167947" idx="1"/>
            <a:endCxn id="167953" idx="1"/>
          </p:cNvCxnSpPr>
          <p:nvPr/>
        </p:nvCxnSpPr>
        <p:spPr bwMode="auto">
          <a:xfrm rot="10800000" flipH="1" flipV="1">
            <a:off x="6248400" y="2781300"/>
            <a:ext cx="1588" cy="1282700"/>
          </a:xfrm>
          <a:prstGeom prst="bentConnector3">
            <a:avLst>
              <a:gd name="adj1" fmla="val -14400000"/>
            </a:avLst>
          </a:prstGeom>
          <a:noFill/>
          <a:ln w="38100">
            <a:solidFill>
              <a:schemeClr val="tx1"/>
            </a:solidFill>
            <a:prstDash val="sysDot"/>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67945"/>
                                        </p:tgtEl>
                                        <p:attrNameLst>
                                          <p:attrName>style.visibility</p:attrName>
                                        </p:attrNameLst>
                                      </p:cBhvr>
                                      <p:to>
                                        <p:strVal val="visible"/>
                                      </p:to>
                                    </p:set>
                                    <p:animEffect transition="in" filter="box(in)">
                                      <p:cBhvr>
                                        <p:cTn id="7" dur="500"/>
                                        <p:tgtEl>
                                          <p:spTgt spid="167945"/>
                                        </p:tgtEl>
                                      </p:cBhvr>
                                    </p:animEffect>
                                  </p:childTnLst>
                                </p:cTn>
                              </p:par>
                            </p:childTnLst>
                          </p:cTn>
                        </p:par>
                        <p:par>
                          <p:cTn id="8" fill="hold" nodeType="afterGroup">
                            <p:stCondLst>
                              <p:cond delay="500"/>
                            </p:stCondLst>
                            <p:childTnLst>
                              <p:par>
                                <p:cTn id="9" presetID="1" presetClass="entr" presetSubtype="0" fill="hold" nodeType="afterEffect">
                                  <p:stCondLst>
                                    <p:cond delay="0"/>
                                  </p:stCondLst>
                                  <p:childTnLst>
                                    <p:set>
                                      <p:cBhvr>
                                        <p:cTn id="10" dur="1" fill="hold">
                                          <p:stCondLst>
                                            <p:cond delay="499"/>
                                          </p:stCondLst>
                                        </p:cTn>
                                        <p:tgtEl>
                                          <p:spTgt spid="167944"/>
                                        </p:tgtEl>
                                        <p:attrNameLst>
                                          <p:attrName>style.visibility</p:attrName>
                                        </p:attrNameLst>
                                      </p:cBhvr>
                                      <p:to>
                                        <p:strVal val="visible"/>
                                      </p:to>
                                    </p:set>
                                  </p:childTnLst>
                                </p:cTn>
                              </p:par>
                            </p:childTnLst>
                          </p:cTn>
                        </p:par>
                        <p:par>
                          <p:cTn id="11" fill="hold" nodeType="afterGroup">
                            <p:stCondLst>
                              <p:cond delay="1000"/>
                            </p:stCondLst>
                            <p:childTnLst>
                              <p:par>
                                <p:cTn id="12" presetID="4" presetClass="entr" presetSubtype="16" fill="hold" grpId="0" nodeType="afterEffect">
                                  <p:stCondLst>
                                    <p:cond delay="0"/>
                                  </p:stCondLst>
                                  <p:childTnLst>
                                    <p:set>
                                      <p:cBhvr>
                                        <p:cTn id="13" dur="1" fill="hold">
                                          <p:stCondLst>
                                            <p:cond delay="0"/>
                                          </p:stCondLst>
                                        </p:cTn>
                                        <p:tgtEl>
                                          <p:spTgt spid="167943"/>
                                        </p:tgtEl>
                                        <p:attrNameLst>
                                          <p:attrName>style.visibility</p:attrName>
                                        </p:attrNameLst>
                                      </p:cBhvr>
                                      <p:to>
                                        <p:strVal val="visible"/>
                                      </p:to>
                                    </p:set>
                                    <p:animEffect transition="in" filter="box(in)">
                                      <p:cBhvr>
                                        <p:cTn id="14" dur="500"/>
                                        <p:tgtEl>
                                          <p:spTgt spid="1679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7943" grpId="0" animBg="1" autoUpdateAnimBg="0"/>
      <p:bldP spid="167945" grpId="0" animBg="1"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half" idx="2"/>
          </p:nvPr>
        </p:nvSpPr>
        <p:spPr>
          <a:xfrm>
            <a:off x="613151" y="1314180"/>
            <a:ext cx="7886700" cy="4351338"/>
          </a:xfrm>
        </p:spPr>
        <p:txBody>
          <a:bodyPr>
            <a:normAutofit/>
          </a:bodyPr>
          <a:lstStyle/>
          <a:p>
            <a:pPr marL="0" indent="0" algn="ctr">
              <a:buNone/>
            </a:pPr>
            <a:endParaRPr lang="en-US" sz="7200" dirty="0"/>
          </a:p>
          <a:p>
            <a:pPr marL="0" indent="0" algn="ctr">
              <a:buNone/>
            </a:pPr>
            <a:r>
              <a:rPr lang="en-US" sz="9600" dirty="0">
                <a:solidFill>
                  <a:srgbClr val="FF0000"/>
                </a:solidFill>
              </a:rPr>
              <a:t>Java RMI</a:t>
            </a:r>
          </a:p>
        </p:txBody>
      </p:sp>
    </p:spTree>
    <p:extLst>
      <p:ext uri="{BB962C8B-B14F-4D97-AF65-F5344CB8AC3E}">
        <p14:creationId xmlns:p14="http://schemas.microsoft.com/office/powerpoint/2010/main" val="9981948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2">
            <a:extLst>
              <a:ext uri="{FF2B5EF4-FFF2-40B4-BE49-F238E27FC236}">
                <a16:creationId xmlns:a16="http://schemas.microsoft.com/office/drawing/2014/main" id="{9630DC57-88E8-4D3E-9386-00166D6E9BF5}"/>
              </a:ext>
            </a:extLst>
          </p:cNvPr>
          <p:cNvSpPr>
            <a:spLocks noGrp="1" noChangeArrowheads="1"/>
          </p:cNvSpPr>
          <p:nvPr>
            <p:ph type="title"/>
          </p:nvPr>
        </p:nvSpPr>
        <p:spPr/>
        <p:txBody>
          <a:bodyPr/>
          <a:lstStyle/>
          <a:p>
            <a:pPr eaLnBrk="1" hangingPunct="1"/>
            <a:r>
              <a:rPr lang="en-US" altLang="en-US" sz="4000" dirty="0">
                <a:solidFill>
                  <a:srgbClr val="FF0000"/>
                </a:solidFill>
              </a:rPr>
              <a:t>What is Remote Method Invocation?</a:t>
            </a:r>
          </a:p>
        </p:txBody>
      </p:sp>
      <p:sp>
        <p:nvSpPr>
          <p:cNvPr id="16386" name="Rectangle 3">
            <a:extLst>
              <a:ext uri="{FF2B5EF4-FFF2-40B4-BE49-F238E27FC236}">
                <a16:creationId xmlns:a16="http://schemas.microsoft.com/office/drawing/2014/main" id="{DECABB4E-C68D-48CD-91D1-EC729DA64417}"/>
              </a:ext>
            </a:extLst>
          </p:cNvPr>
          <p:cNvSpPr>
            <a:spLocks noGrp="1" noChangeArrowheads="1"/>
          </p:cNvSpPr>
          <p:nvPr>
            <p:ph idx="1"/>
          </p:nvPr>
        </p:nvSpPr>
        <p:spPr>
          <a:xfrm>
            <a:off x="466725" y="1860794"/>
            <a:ext cx="8210550" cy="4351338"/>
          </a:xfrm>
        </p:spPr>
        <p:txBody>
          <a:bodyPr/>
          <a:lstStyle/>
          <a:p>
            <a:pPr eaLnBrk="1" hangingPunct="1">
              <a:lnSpc>
                <a:spcPct val="90000"/>
              </a:lnSpc>
            </a:pPr>
            <a:r>
              <a:rPr lang="en-US" altLang="en-US" sz="2800" dirty="0"/>
              <a:t>Remote method invocation allows objects residing in one JVM execute methods of objects residing in another JVM. </a:t>
            </a:r>
          </a:p>
          <a:p>
            <a:pPr eaLnBrk="1" hangingPunct="1">
              <a:lnSpc>
                <a:spcPct val="90000"/>
              </a:lnSpc>
            </a:pPr>
            <a:r>
              <a:rPr lang="en-US" altLang="en-US" sz="2800" dirty="0"/>
              <a:t>The two JVMs can be in the same machine or executing on different machines located in a network. </a:t>
            </a:r>
          </a:p>
          <a:p>
            <a:pPr eaLnBrk="1" hangingPunct="1">
              <a:lnSpc>
                <a:spcPct val="90000"/>
              </a:lnSpc>
            </a:pPr>
            <a:r>
              <a:rPr lang="en-US" altLang="en-US" sz="2800" dirty="0"/>
              <a:t>The object executing a remote method does so as if the remote object was present locally (i.e. accessible through the local </a:t>
            </a:r>
            <a:r>
              <a:rPr lang="en-US" altLang="en-US" sz="2800" dirty="0" err="1"/>
              <a:t>classpath</a:t>
            </a:r>
            <a:r>
              <a:rPr lang="en-US" altLang="en-US" sz="2800" dirty="0"/>
              <a:t>. </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2">
            <a:extLst>
              <a:ext uri="{FF2B5EF4-FFF2-40B4-BE49-F238E27FC236}">
                <a16:creationId xmlns:a16="http://schemas.microsoft.com/office/drawing/2014/main" id="{81214A99-E3CA-45C4-BAF7-B7BC2E5228DF}"/>
              </a:ext>
            </a:extLst>
          </p:cNvPr>
          <p:cNvSpPr>
            <a:spLocks noGrp="1" noChangeArrowheads="1"/>
          </p:cNvSpPr>
          <p:nvPr>
            <p:ph type="title"/>
          </p:nvPr>
        </p:nvSpPr>
        <p:spPr/>
        <p:txBody>
          <a:bodyPr/>
          <a:lstStyle/>
          <a:p>
            <a:pPr eaLnBrk="1" hangingPunct="1"/>
            <a:r>
              <a:rPr lang="en-US" altLang="en-US" dirty="0">
                <a:solidFill>
                  <a:srgbClr val="FF0000"/>
                </a:solidFill>
              </a:rPr>
              <a:t>Why RMI?</a:t>
            </a:r>
          </a:p>
        </p:txBody>
      </p:sp>
      <p:sp>
        <p:nvSpPr>
          <p:cNvPr id="17410" name="Rectangle 3">
            <a:extLst>
              <a:ext uri="{FF2B5EF4-FFF2-40B4-BE49-F238E27FC236}">
                <a16:creationId xmlns:a16="http://schemas.microsoft.com/office/drawing/2014/main" id="{4EC25C3E-1436-422D-A502-BB9C1DF9DC34}"/>
              </a:ext>
            </a:extLst>
          </p:cNvPr>
          <p:cNvSpPr>
            <a:spLocks noGrp="1" noChangeArrowheads="1"/>
          </p:cNvSpPr>
          <p:nvPr>
            <p:ph idx="1"/>
          </p:nvPr>
        </p:nvSpPr>
        <p:spPr>
          <a:xfrm>
            <a:off x="363415" y="1837348"/>
            <a:ext cx="8417170" cy="4351338"/>
          </a:xfrm>
        </p:spPr>
        <p:txBody>
          <a:bodyPr>
            <a:normAutofit/>
          </a:bodyPr>
          <a:lstStyle/>
          <a:p>
            <a:pPr eaLnBrk="1" hangingPunct="1">
              <a:lnSpc>
                <a:spcPct val="90000"/>
              </a:lnSpc>
            </a:pPr>
            <a:r>
              <a:rPr lang="en-US" altLang="en-US" dirty="0"/>
              <a:t>To understand this a review of the traditional approach to invoking remote methods is warranted:</a:t>
            </a:r>
          </a:p>
          <a:p>
            <a:pPr lvl="1" eaLnBrk="1" hangingPunct="1">
              <a:lnSpc>
                <a:spcPct val="90000"/>
              </a:lnSpc>
            </a:pPr>
            <a:r>
              <a:rPr lang="en-US" altLang="en-US" dirty="0"/>
              <a:t>Traditional method of doing this was by use of Sockets. </a:t>
            </a:r>
          </a:p>
          <a:p>
            <a:pPr lvl="1" eaLnBrk="1" hangingPunct="1">
              <a:lnSpc>
                <a:spcPct val="90000"/>
              </a:lnSpc>
            </a:pPr>
            <a:r>
              <a:rPr lang="en-US" altLang="en-US" dirty="0"/>
              <a:t>Sockets can be used to pass primitive data types or objects between two hosts on a network. </a:t>
            </a:r>
          </a:p>
          <a:p>
            <a:pPr lvl="1" eaLnBrk="1" hangingPunct="1">
              <a:lnSpc>
                <a:spcPct val="90000"/>
              </a:lnSpc>
            </a:pPr>
            <a:r>
              <a:rPr lang="en-US" altLang="en-US" dirty="0"/>
              <a:t>Sockets always passed data by value. That is copies of objects were passed back and forth to effect communication. </a:t>
            </a:r>
          </a:p>
          <a:p>
            <a:pPr lvl="1" eaLnBrk="1" hangingPunct="1">
              <a:lnSpc>
                <a:spcPct val="90000"/>
              </a:lnSpc>
            </a:pPr>
            <a:r>
              <a:rPr lang="en-US" altLang="en-US" dirty="0"/>
              <a:t>To support multiple clients, multi-threads are needed.</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2">
            <a:extLst>
              <a:ext uri="{FF2B5EF4-FFF2-40B4-BE49-F238E27FC236}">
                <a16:creationId xmlns:a16="http://schemas.microsoft.com/office/drawing/2014/main" id="{A8BD99C4-E041-4237-BFEF-B4062F587AA9}"/>
              </a:ext>
            </a:extLst>
          </p:cNvPr>
          <p:cNvSpPr>
            <a:spLocks noGrp="1" noChangeArrowheads="1"/>
          </p:cNvSpPr>
          <p:nvPr>
            <p:ph type="title"/>
          </p:nvPr>
        </p:nvSpPr>
        <p:spPr/>
        <p:txBody>
          <a:bodyPr/>
          <a:lstStyle/>
          <a:p>
            <a:pPr eaLnBrk="1" hangingPunct="1"/>
            <a:r>
              <a:rPr lang="en-US" altLang="en-US" dirty="0">
                <a:solidFill>
                  <a:srgbClr val="FF0000"/>
                </a:solidFill>
              </a:rPr>
              <a:t>Why RMI?</a:t>
            </a:r>
          </a:p>
        </p:txBody>
      </p:sp>
      <p:sp>
        <p:nvSpPr>
          <p:cNvPr id="18434" name="Rectangle 3">
            <a:extLst>
              <a:ext uri="{FF2B5EF4-FFF2-40B4-BE49-F238E27FC236}">
                <a16:creationId xmlns:a16="http://schemas.microsoft.com/office/drawing/2014/main" id="{D23D5BE7-CB66-4D9B-B317-E91AD98E1D4E}"/>
              </a:ext>
            </a:extLst>
          </p:cNvPr>
          <p:cNvSpPr>
            <a:spLocks noGrp="1" noChangeArrowheads="1"/>
          </p:cNvSpPr>
          <p:nvPr>
            <p:ph idx="1"/>
          </p:nvPr>
        </p:nvSpPr>
        <p:spPr/>
        <p:txBody>
          <a:bodyPr/>
          <a:lstStyle/>
          <a:p>
            <a:pPr eaLnBrk="1" hangingPunct="1">
              <a:lnSpc>
                <a:spcPct val="80000"/>
              </a:lnSpc>
            </a:pPr>
            <a:r>
              <a:rPr lang="en-US" altLang="en-US" sz="2800" dirty="0"/>
              <a:t>Now imagine a client server scenario, in which a client wants to update an Account object present on the server.</a:t>
            </a:r>
          </a:p>
          <a:p>
            <a:pPr lvl="1" eaLnBrk="1" hangingPunct="1">
              <a:lnSpc>
                <a:spcPct val="80000"/>
              </a:lnSpc>
            </a:pPr>
            <a:r>
              <a:rPr lang="en-US" altLang="en-US" sz="2400" dirty="0"/>
              <a:t>The client will typically open a connection to the server and request the object by name.</a:t>
            </a:r>
          </a:p>
          <a:p>
            <a:pPr lvl="1" eaLnBrk="1" hangingPunct="1">
              <a:lnSpc>
                <a:spcPct val="80000"/>
              </a:lnSpc>
            </a:pPr>
            <a:r>
              <a:rPr lang="en-US" altLang="en-US" sz="2400" dirty="0"/>
              <a:t>The server will then send a copy of this object to the client through an </a:t>
            </a:r>
            <a:r>
              <a:rPr lang="en-US" altLang="en-US" sz="2400" dirty="0" err="1"/>
              <a:t>ObjectOutputStream</a:t>
            </a:r>
            <a:r>
              <a:rPr lang="en-US" altLang="en-US" sz="2400" dirty="0"/>
              <a:t>.</a:t>
            </a:r>
          </a:p>
          <a:p>
            <a:pPr lvl="1" eaLnBrk="1" hangingPunct="1">
              <a:lnSpc>
                <a:spcPct val="80000"/>
              </a:lnSpc>
            </a:pPr>
            <a:r>
              <a:rPr lang="en-US" altLang="en-US" sz="2400" dirty="0"/>
              <a:t>The client will receive this object, update the object and send the modified object to the server.</a:t>
            </a:r>
          </a:p>
          <a:p>
            <a:pPr lvl="1" eaLnBrk="1" hangingPunct="1">
              <a:lnSpc>
                <a:spcPct val="80000"/>
              </a:lnSpc>
            </a:pPr>
            <a:r>
              <a:rPr lang="en-US" altLang="en-US" sz="2400" dirty="0"/>
              <a:t>The server in turn will replace the server object with the new object received from the client.  </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a:extLst>
              <a:ext uri="{FF2B5EF4-FFF2-40B4-BE49-F238E27FC236}">
                <a16:creationId xmlns:a16="http://schemas.microsoft.com/office/drawing/2014/main" id="{B7F0C5AB-27EF-4261-B58B-93DC63C15CCF}"/>
              </a:ext>
            </a:extLst>
          </p:cNvPr>
          <p:cNvSpPr>
            <a:spLocks noGrp="1" noChangeArrowheads="1"/>
          </p:cNvSpPr>
          <p:nvPr>
            <p:ph type="title"/>
          </p:nvPr>
        </p:nvSpPr>
        <p:spPr>
          <a:xfrm>
            <a:off x="628650" y="365126"/>
            <a:ext cx="7886700" cy="889243"/>
          </a:xfrm>
        </p:spPr>
        <p:txBody>
          <a:bodyPr/>
          <a:lstStyle/>
          <a:p>
            <a:pPr eaLnBrk="1" hangingPunct="1"/>
            <a:r>
              <a:rPr lang="en-US" altLang="en-US" dirty="0">
                <a:solidFill>
                  <a:srgbClr val="FF0000"/>
                </a:solidFill>
              </a:rPr>
              <a:t>Why RMI?</a:t>
            </a:r>
          </a:p>
        </p:txBody>
      </p:sp>
      <p:sp>
        <p:nvSpPr>
          <p:cNvPr id="19458" name="Rectangle 3">
            <a:extLst>
              <a:ext uri="{FF2B5EF4-FFF2-40B4-BE49-F238E27FC236}">
                <a16:creationId xmlns:a16="http://schemas.microsoft.com/office/drawing/2014/main" id="{0E1A50AA-2108-48BA-A79B-D64E4AB555E0}"/>
              </a:ext>
            </a:extLst>
          </p:cNvPr>
          <p:cNvSpPr>
            <a:spLocks noGrp="1" noChangeArrowheads="1"/>
          </p:cNvSpPr>
          <p:nvPr>
            <p:ph idx="1"/>
          </p:nvPr>
        </p:nvSpPr>
        <p:spPr>
          <a:xfrm>
            <a:off x="628650" y="1406768"/>
            <a:ext cx="7886700" cy="4829909"/>
          </a:xfrm>
        </p:spPr>
        <p:txBody>
          <a:bodyPr>
            <a:normAutofit/>
          </a:bodyPr>
          <a:lstStyle/>
          <a:p>
            <a:pPr eaLnBrk="1" hangingPunct="1">
              <a:lnSpc>
                <a:spcPct val="80000"/>
              </a:lnSpc>
            </a:pPr>
            <a:r>
              <a:rPr lang="en-US" altLang="en-US" sz="2400" dirty="0"/>
              <a:t>If many clients are requesting updates on objects residing on the server, the number of object copies that travel on the network increases proportionally. </a:t>
            </a:r>
          </a:p>
          <a:p>
            <a:pPr lvl="1" eaLnBrk="1" hangingPunct="1">
              <a:lnSpc>
                <a:spcPct val="80000"/>
              </a:lnSpc>
            </a:pPr>
            <a:r>
              <a:rPr lang="en-US" altLang="en-US" sz="2000" dirty="0"/>
              <a:t>The point is that since Objects are passed by value, a copy of the object is sent to the requesting client </a:t>
            </a:r>
          </a:p>
          <a:p>
            <a:pPr lvl="1" eaLnBrk="1" hangingPunct="1">
              <a:lnSpc>
                <a:spcPct val="80000"/>
              </a:lnSpc>
            </a:pPr>
            <a:r>
              <a:rPr lang="en-US" altLang="en-US" sz="2000" dirty="0"/>
              <a:t>Thus any modification made on the passed object is not reflected on the server unless the modified object is passed back. </a:t>
            </a:r>
          </a:p>
          <a:p>
            <a:pPr lvl="1" eaLnBrk="1" hangingPunct="1">
              <a:lnSpc>
                <a:spcPct val="80000"/>
              </a:lnSpc>
            </a:pPr>
            <a:r>
              <a:rPr lang="en-US" altLang="en-US" sz="2000" dirty="0"/>
              <a:t>This increases network traffic and can have serious implications on the network bandwidth. </a:t>
            </a:r>
          </a:p>
          <a:p>
            <a:pPr lvl="1" eaLnBrk="1" hangingPunct="1">
              <a:lnSpc>
                <a:spcPct val="80000"/>
              </a:lnSpc>
            </a:pPr>
            <a:r>
              <a:rPr lang="en-US" altLang="en-US" sz="2000" dirty="0"/>
              <a:t>For more complex operations like querying a database located on the server the performance implications will be extremely high. </a:t>
            </a:r>
          </a:p>
          <a:p>
            <a:pPr eaLnBrk="1" hangingPunct="1">
              <a:lnSpc>
                <a:spcPct val="80000"/>
              </a:lnSpc>
            </a:pPr>
            <a:r>
              <a:rPr lang="en-US" altLang="en-US" sz="2400" dirty="0"/>
              <a:t>Another problem with this approach is that if the address of the server changes, the client needs to know the location of the new server before it can access the object. That is, the objects are not inherently location transparent. </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2">
            <a:extLst>
              <a:ext uri="{FF2B5EF4-FFF2-40B4-BE49-F238E27FC236}">
                <a16:creationId xmlns:a16="http://schemas.microsoft.com/office/drawing/2014/main" id="{FF78A2CD-EF21-45A6-BF4D-46D608A06F85}"/>
              </a:ext>
            </a:extLst>
          </p:cNvPr>
          <p:cNvSpPr>
            <a:spLocks noGrp="1" noChangeArrowheads="1"/>
          </p:cNvSpPr>
          <p:nvPr>
            <p:ph type="title"/>
          </p:nvPr>
        </p:nvSpPr>
        <p:spPr/>
        <p:txBody>
          <a:bodyPr/>
          <a:lstStyle/>
          <a:p>
            <a:pPr eaLnBrk="1" hangingPunct="1"/>
            <a:r>
              <a:rPr lang="en-US" altLang="en-US" dirty="0">
                <a:solidFill>
                  <a:srgbClr val="FF0000"/>
                </a:solidFill>
              </a:rPr>
              <a:t>Why RMI?</a:t>
            </a:r>
          </a:p>
        </p:txBody>
      </p:sp>
      <p:sp>
        <p:nvSpPr>
          <p:cNvPr id="20482" name="Rectangle 3">
            <a:extLst>
              <a:ext uri="{FF2B5EF4-FFF2-40B4-BE49-F238E27FC236}">
                <a16:creationId xmlns:a16="http://schemas.microsoft.com/office/drawing/2014/main" id="{AC88C8E6-AFC6-4C96-9D57-56FAE06C9A00}"/>
              </a:ext>
            </a:extLst>
          </p:cNvPr>
          <p:cNvSpPr>
            <a:spLocks noGrp="1" noChangeArrowheads="1"/>
          </p:cNvSpPr>
          <p:nvPr>
            <p:ph idx="1"/>
          </p:nvPr>
        </p:nvSpPr>
        <p:spPr/>
        <p:txBody>
          <a:bodyPr/>
          <a:lstStyle/>
          <a:p>
            <a:pPr eaLnBrk="1" hangingPunct="1">
              <a:lnSpc>
                <a:spcPct val="90000"/>
              </a:lnSpc>
            </a:pPr>
            <a:r>
              <a:rPr lang="en-US" altLang="en-US" sz="2800" dirty="0"/>
              <a:t>If it is possible for a client to invoke the methods of objects residing on the server without actually downloading the object, considerable performance improvements can be achieved. </a:t>
            </a:r>
          </a:p>
          <a:p>
            <a:pPr eaLnBrk="1" hangingPunct="1">
              <a:lnSpc>
                <a:spcPct val="90000"/>
              </a:lnSpc>
            </a:pPr>
            <a:r>
              <a:rPr lang="en-US" altLang="en-US" sz="2800" dirty="0"/>
              <a:t>Further if it is possible for a client to access a remote object regardless of on which server the object actually existed, the objects become location transparent. </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a:extLst>
              <a:ext uri="{FF2B5EF4-FFF2-40B4-BE49-F238E27FC236}">
                <a16:creationId xmlns:a16="http://schemas.microsoft.com/office/drawing/2014/main" id="{BF715E27-A970-4CC0-8DDA-FAA52C4865CD}"/>
              </a:ext>
            </a:extLst>
          </p:cNvPr>
          <p:cNvSpPr>
            <a:spLocks noGrp="1" noChangeArrowheads="1"/>
          </p:cNvSpPr>
          <p:nvPr>
            <p:ph type="title"/>
          </p:nvPr>
        </p:nvSpPr>
        <p:spPr>
          <a:xfrm>
            <a:off x="628650" y="329101"/>
            <a:ext cx="7886700" cy="865797"/>
          </a:xfrm>
        </p:spPr>
        <p:txBody>
          <a:bodyPr/>
          <a:lstStyle/>
          <a:p>
            <a:pPr eaLnBrk="1" hangingPunct="1"/>
            <a:r>
              <a:rPr lang="en-US" altLang="en-US" dirty="0">
                <a:solidFill>
                  <a:srgbClr val="FF0000"/>
                </a:solidFill>
              </a:rPr>
              <a:t>Why RMI?</a:t>
            </a:r>
          </a:p>
        </p:txBody>
      </p:sp>
      <p:sp>
        <p:nvSpPr>
          <p:cNvPr id="21506" name="Rectangle 3">
            <a:extLst>
              <a:ext uri="{FF2B5EF4-FFF2-40B4-BE49-F238E27FC236}">
                <a16:creationId xmlns:a16="http://schemas.microsoft.com/office/drawing/2014/main" id="{89DAF113-F3DF-415A-9823-78A46D378D94}"/>
              </a:ext>
            </a:extLst>
          </p:cNvPr>
          <p:cNvSpPr>
            <a:spLocks noGrp="1" noChangeArrowheads="1"/>
          </p:cNvSpPr>
          <p:nvPr>
            <p:ph idx="1"/>
          </p:nvPr>
        </p:nvSpPr>
        <p:spPr>
          <a:xfrm>
            <a:off x="457200" y="1447800"/>
            <a:ext cx="8229600" cy="4648200"/>
          </a:xfrm>
        </p:spPr>
        <p:txBody>
          <a:bodyPr/>
          <a:lstStyle/>
          <a:p>
            <a:pPr eaLnBrk="1" hangingPunct="1">
              <a:lnSpc>
                <a:spcPct val="80000"/>
              </a:lnSpc>
            </a:pPr>
            <a:r>
              <a:rPr lang="en-US" altLang="en-US" dirty="0"/>
              <a:t>RMI achieves precisely this objective. </a:t>
            </a:r>
          </a:p>
          <a:p>
            <a:pPr lvl="1" eaLnBrk="1" hangingPunct="1">
              <a:lnSpc>
                <a:spcPct val="80000"/>
              </a:lnSpc>
            </a:pPr>
            <a:r>
              <a:rPr lang="en-US" altLang="en-US" sz="2400" dirty="0"/>
              <a:t>Remote Method Invocation involves using the various classes and interfaces available in the </a:t>
            </a:r>
            <a:r>
              <a:rPr lang="en-US" altLang="en-US" sz="2400" dirty="0" err="1"/>
              <a:t>java.rmi</a:t>
            </a:r>
            <a:r>
              <a:rPr lang="en-US" altLang="en-US" sz="2400" dirty="0"/>
              <a:t> and </a:t>
            </a:r>
            <a:r>
              <a:rPr lang="en-US" altLang="en-US" sz="2400" dirty="0" err="1"/>
              <a:t>java.rmi.server</a:t>
            </a:r>
            <a:r>
              <a:rPr lang="en-US" altLang="en-US" sz="2400" dirty="0"/>
              <a:t> packages. </a:t>
            </a:r>
          </a:p>
          <a:p>
            <a:pPr lvl="1" eaLnBrk="1" hangingPunct="1">
              <a:lnSpc>
                <a:spcPct val="80000"/>
              </a:lnSpc>
            </a:pPr>
            <a:r>
              <a:rPr lang="en-US" altLang="en-US" sz="2400" dirty="0"/>
              <a:t>These classes and interfaces provide a framework for an application to access objects residing on remote hosts by reference (not value).</a:t>
            </a:r>
          </a:p>
          <a:p>
            <a:pPr lvl="1" eaLnBrk="1" hangingPunct="1">
              <a:lnSpc>
                <a:spcPct val="80000"/>
              </a:lnSpc>
            </a:pPr>
            <a:r>
              <a:rPr lang="en-US" altLang="en-US" sz="2400" dirty="0"/>
              <a:t>Once a client obtains a reference to a remote object, it can invoke the methods on these remote objects as if they existed locally. </a:t>
            </a:r>
          </a:p>
          <a:p>
            <a:pPr lvl="1" eaLnBrk="1" hangingPunct="1">
              <a:lnSpc>
                <a:spcPct val="80000"/>
              </a:lnSpc>
            </a:pPr>
            <a:r>
              <a:rPr lang="en-US" altLang="en-US" sz="2400" dirty="0"/>
              <a:t>Any modification made to the object through the remote object reference is reflected on the server. </a:t>
            </a:r>
          </a:p>
          <a:p>
            <a:pPr lvl="1" eaLnBrk="1" hangingPunct="1">
              <a:lnSpc>
                <a:spcPct val="80000"/>
              </a:lnSpc>
            </a:pPr>
            <a:r>
              <a:rPr lang="en-US" altLang="en-US" sz="2400" dirty="0"/>
              <a:t>Thus copies are never passed over the network.</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2">
            <a:extLst>
              <a:ext uri="{FF2B5EF4-FFF2-40B4-BE49-F238E27FC236}">
                <a16:creationId xmlns:a16="http://schemas.microsoft.com/office/drawing/2014/main" id="{FFAF4BDA-A78B-4EBE-A95A-5DAE6D7FCE0F}"/>
              </a:ext>
            </a:extLst>
          </p:cNvPr>
          <p:cNvSpPr>
            <a:spLocks noGrp="1" noChangeArrowheads="1"/>
          </p:cNvSpPr>
          <p:nvPr>
            <p:ph type="title"/>
          </p:nvPr>
        </p:nvSpPr>
        <p:spPr/>
        <p:txBody>
          <a:bodyPr/>
          <a:lstStyle/>
          <a:p>
            <a:pPr eaLnBrk="1" hangingPunct="1"/>
            <a:r>
              <a:rPr lang="en-US" altLang="en-US" dirty="0">
                <a:solidFill>
                  <a:srgbClr val="FF0000"/>
                </a:solidFill>
              </a:rPr>
              <a:t>Stubs &amp; Skeletons</a:t>
            </a:r>
          </a:p>
        </p:txBody>
      </p:sp>
      <p:sp>
        <p:nvSpPr>
          <p:cNvPr id="22530" name="Rectangle 3">
            <a:extLst>
              <a:ext uri="{FF2B5EF4-FFF2-40B4-BE49-F238E27FC236}">
                <a16:creationId xmlns:a16="http://schemas.microsoft.com/office/drawing/2014/main" id="{AA674D72-51DF-4540-879B-2E9692BCC715}"/>
              </a:ext>
            </a:extLst>
          </p:cNvPr>
          <p:cNvSpPr>
            <a:spLocks noGrp="1" noChangeArrowheads="1"/>
          </p:cNvSpPr>
          <p:nvPr>
            <p:ph idx="1"/>
          </p:nvPr>
        </p:nvSpPr>
        <p:spPr>
          <a:xfrm>
            <a:off x="515815" y="1825625"/>
            <a:ext cx="8264769" cy="4351338"/>
          </a:xfrm>
        </p:spPr>
        <p:txBody>
          <a:bodyPr>
            <a:normAutofit/>
          </a:bodyPr>
          <a:lstStyle/>
          <a:p>
            <a:pPr eaLnBrk="1" hangingPunct="1">
              <a:lnSpc>
                <a:spcPct val="80000"/>
              </a:lnSpc>
            </a:pPr>
            <a:r>
              <a:rPr lang="en-US" altLang="en-US" sz="2400" dirty="0"/>
              <a:t>RMI is ideally suited to applications which require a client to an application residing on another machine. </a:t>
            </a:r>
          </a:p>
          <a:p>
            <a:pPr lvl="1" eaLnBrk="1" hangingPunct="1">
              <a:lnSpc>
                <a:spcPct val="80000"/>
              </a:lnSpc>
            </a:pPr>
            <a:r>
              <a:rPr lang="en-US" altLang="en-US" sz="2400" dirty="0"/>
              <a:t>Almost all application servers (servers that run applications as opposed to file servers that serve files or data) can benefit from RMI or a framework that allows RMI.</a:t>
            </a:r>
          </a:p>
          <a:p>
            <a:pPr lvl="1" eaLnBrk="1" hangingPunct="1">
              <a:lnSpc>
                <a:spcPct val="80000"/>
              </a:lnSpc>
            </a:pPr>
            <a:r>
              <a:rPr lang="en-US" altLang="en-US" sz="2400" dirty="0"/>
              <a:t>RMI is the distributed component model for JAVA applications. </a:t>
            </a:r>
          </a:p>
          <a:p>
            <a:pPr lvl="1" eaLnBrk="1" hangingPunct="1">
              <a:lnSpc>
                <a:spcPct val="80000"/>
              </a:lnSpc>
            </a:pPr>
            <a:r>
              <a:rPr lang="en-US" altLang="en-US" sz="2400" dirty="0"/>
              <a:t>This means one Component (java Object) distributed in a network can be accessed by any other Component on the network. </a:t>
            </a:r>
          </a:p>
          <a:p>
            <a:pPr eaLnBrk="1" hangingPunct="1">
              <a:lnSpc>
                <a:spcPct val="80000"/>
              </a:lnSpc>
            </a:pPr>
            <a:r>
              <a:rPr lang="en-US" altLang="en-US" sz="2400" dirty="0"/>
              <a:t>This is made possible by what are known as client-stubs and server-skeletons. </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a:extLst>
              <a:ext uri="{FF2B5EF4-FFF2-40B4-BE49-F238E27FC236}">
                <a16:creationId xmlns:a16="http://schemas.microsoft.com/office/drawing/2014/main" id="{2D44CD7D-18B6-4737-BD36-A805F296DA8A}"/>
              </a:ext>
            </a:extLst>
          </p:cNvPr>
          <p:cNvSpPr>
            <a:spLocks noGrp="1" noChangeArrowheads="1"/>
          </p:cNvSpPr>
          <p:nvPr>
            <p:ph type="title"/>
          </p:nvPr>
        </p:nvSpPr>
        <p:spPr>
          <a:xfrm>
            <a:off x="628650" y="30837"/>
            <a:ext cx="7886700" cy="924412"/>
          </a:xfrm>
        </p:spPr>
        <p:txBody>
          <a:bodyPr/>
          <a:lstStyle/>
          <a:p>
            <a:pPr eaLnBrk="1" hangingPunct="1"/>
            <a:r>
              <a:rPr lang="en-US" altLang="en-US" dirty="0">
                <a:solidFill>
                  <a:srgbClr val="FF0000"/>
                </a:solidFill>
              </a:rPr>
              <a:t>Stubs &amp; Skeletons</a:t>
            </a:r>
          </a:p>
        </p:txBody>
      </p:sp>
      <p:pic>
        <p:nvPicPr>
          <p:cNvPr id="23554" name="Picture 3">
            <a:extLst>
              <a:ext uri="{FF2B5EF4-FFF2-40B4-BE49-F238E27FC236}">
                <a16:creationId xmlns:a16="http://schemas.microsoft.com/office/drawing/2014/main" id="{3634D760-312F-4466-A465-782808B636FD}"/>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l="-10609" r="-10609"/>
          <a:stretch>
            <a:fillRect/>
          </a:stretch>
        </p:blipFill>
        <p:spPr>
          <a:xfrm>
            <a:off x="628650" y="726831"/>
            <a:ext cx="7886700" cy="4351338"/>
          </a:xfrm>
        </p:spPr>
      </p:pic>
      <p:sp>
        <p:nvSpPr>
          <p:cNvPr id="2" name="TextBox 1">
            <a:extLst>
              <a:ext uri="{FF2B5EF4-FFF2-40B4-BE49-F238E27FC236}">
                <a16:creationId xmlns:a16="http://schemas.microsoft.com/office/drawing/2014/main" id="{9C6A2957-E1FA-4B1B-8487-E821B6E9A0A9}"/>
              </a:ext>
            </a:extLst>
          </p:cNvPr>
          <p:cNvSpPr txBox="1"/>
          <p:nvPr/>
        </p:nvSpPr>
        <p:spPr>
          <a:xfrm>
            <a:off x="1195753" y="5274183"/>
            <a:ext cx="6752493" cy="1477328"/>
          </a:xfrm>
          <a:prstGeom prst="rect">
            <a:avLst/>
          </a:prstGeom>
          <a:noFill/>
        </p:spPr>
        <p:txBody>
          <a:bodyPr wrap="square" rtlCol="0">
            <a:spAutoFit/>
          </a:bodyPr>
          <a:lstStyle/>
          <a:p>
            <a:pPr marL="285750" indent="-285750">
              <a:buFont typeface="Arial" panose="020B0604020202020204" pitchFamily="34" charset="0"/>
              <a:buChar char="•"/>
            </a:pPr>
            <a:r>
              <a:rPr lang="en-US" dirty="0"/>
              <a:t>Client Stub: Java Object residing on the client’s machine which acts as a proxy for the object residing on the server. It contains all the methods that the server object has.</a:t>
            </a:r>
          </a:p>
          <a:p>
            <a:pPr marL="285750" indent="-285750">
              <a:buFont typeface="Arial" panose="020B0604020202020204" pitchFamily="34" charset="0"/>
              <a:buChar char="•"/>
            </a:pPr>
            <a:r>
              <a:rPr lang="en-US" dirty="0"/>
              <a:t>Server Skeleton: stub’s counter part on the server. It knows which object’s method is being invoked. </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a:extLst>
              <a:ext uri="{FF2B5EF4-FFF2-40B4-BE49-F238E27FC236}">
                <a16:creationId xmlns:a16="http://schemas.microsoft.com/office/drawing/2014/main" id="{5683713A-542A-4831-8FA9-238695D67F7B}"/>
              </a:ext>
            </a:extLst>
          </p:cNvPr>
          <p:cNvSpPr>
            <a:spLocks noGrp="1" noChangeArrowheads="1"/>
          </p:cNvSpPr>
          <p:nvPr>
            <p:ph type="title"/>
          </p:nvPr>
        </p:nvSpPr>
        <p:spPr/>
        <p:txBody>
          <a:bodyPr/>
          <a:lstStyle/>
          <a:p>
            <a:pPr eaLnBrk="1" hangingPunct="1"/>
            <a:r>
              <a:rPr lang="en-US" altLang="en-US" dirty="0">
                <a:solidFill>
                  <a:srgbClr val="FF0000"/>
                </a:solidFill>
              </a:rPr>
              <a:t>The </a:t>
            </a:r>
            <a:r>
              <a:rPr lang="en-US" altLang="en-US" dirty="0" err="1">
                <a:solidFill>
                  <a:srgbClr val="FF0000"/>
                </a:solidFill>
              </a:rPr>
              <a:t>java.rmi.Remote</a:t>
            </a:r>
            <a:r>
              <a:rPr lang="en-US" altLang="en-US" dirty="0">
                <a:solidFill>
                  <a:srgbClr val="FF0000"/>
                </a:solidFill>
              </a:rPr>
              <a:t> interface</a:t>
            </a:r>
          </a:p>
        </p:txBody>
      </p:sp>
      <p:sp>
        <p:nvSpPr>
          <p:cNvPr id="25602" name="Rectangle 3">
            <a:extLst>
              <a:ext uri="{FF2B5EF4-FFF2-40B4-BE49-F238E27FC236}">
                <a16:creationId xmlns:a16="http://schemas.microsoft.com/office/drawing/2014/main" id="{9769F0DB-FE13-4704-AFD0-CC3717D061C4}"/>
              </a:ext>
            </a:extLst>
          </p:cNvPr>
          <p:cNvSpPr>
            <a:spLocks noGrp="1" noChangeArrowheads="1"/>
          </p:cNvSpPr>
          <p:nvPr>
            <p:ph idx="1"/>
          </p:nvPr>
        </p:nvSpPr>
        <p:spPr>
          <a:xfrm>
            <a:off x="545383" y="1766631"/>
            <a:ext cx="8053234" cy="4351338"/>
          </a:xfrm>
        </p:spPr>
        <p:txBody>
          <a:bodyPr/>
          <a:lstStyle/>
          <a:p>
            <a:pPr eaLnBrk="1" hangingPunct="1">
              <a:lnSpc>
                <a:spcPct val="90000"/>
              </a:lnSpc>
            </a:pPr>
            <a:r>
              <a:rPr lang="en-US" altLang="en-US" sz="2400" dirty="0"/>
              <a:t>RMI provides an interface called Remote. This is contained in the </a:t>
            </a:r>
            <a:r>
              <a:rPr lang="en-US" altLang="en-US" sz="2400" dirty="0" err="1"/>
              <a:t>java.rmi</a:t>
            </a:r>
            <a:r>
              <a:rPr lang="en-US" altLang="en-US" sz="2400" dirty="0"/>
              <a:t> package. </a:t>
            </a:r>
          </a:p>
          <a:p>
            <a:pPr lvl="1" eaLnBrk="1" hangingPunct="1">
              <a:lnSpc>
                <a:spcPct val="90000"/>
              </a:lnSpc>
            </a:pPr>
            <a:r>
              <a:rPr lang="en-US" altLang="en-US" sz="2400" dirty="0"/>
              <a:t>If a class wants it</a:t>
            </a:r>
            <a:r>
              <a:rPr lang="en-US" altLang="ja-JP" sz="2400" dirty="0"/>
              <a:t>s objects to be accessible remotely, that class must implement this interface. </a:t>
            </a:r>
          </a:p>
          <a:p>
            <a:pPr lvl="1" eaLnBrk="1" hangingPunct="1">
              <a:lnSpc>
                <a:spcPct val="90000"/>
              </a:lnSpc>
            </a:pPr>
            <a:r>
              <a:rPr lang="en-US" altLang="en-US" sz="2400" dirty="0"/>
              <a:t>Thus we call an object a Remote Object if it is accessible remotely. </a:t>
            </a:r>
          </a:p>
          <a:p>
            <a:pPr lvl="1" eaLnBrk="1" hangingPunct="1">
              <a:lnSpc>
                <a:spcPct val="90000"/>
              </a:lnSpc>
            </a:pPr>
            <a:r>
              <a:rPr lang="en-US" altLang="en-US" sz="2400" dirty="0"/>
              <a:t>The Remote interface is an empty interface having no methods. It is a tag interface that tells the Java runtime that objects of this class are remotely accessible. </a:t>
            </a:r>
          </a:p>
          <a:p>
            <a:pPr lvl="1" eaLnBrk="1" hangingPunct="1">
              <a:lnSpc>
                <a:spcPct val="90000"/>
              </a:lnSpc>
            </a:pPr>
            <a:r>
              <a:rPr lang="en-US" altLang="en-US" sz="2400" dirty="0"/>
              <a:t>To make this class have its methods remotely accessible, the methods need to be declared in an interface that extends the Remote interface. </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a:extLst>
              <a:ext uri="{FF2B5EF4-FFF2-40B4-BE49-F238E27FC236}">
                <a16:creationId xmlns:a16="http://schemas.microsoft.com/office/drawing/2014/main" id="{F00F1E5A-9775-464B-BB50-28F46F500F70}"/>
              </a:ext>
            </a:extLst>
          </p:cNvPr>
          <p:cNvSpPr>
            <a:spLocks noGrp="1" noChangeArrowheads="1"/>
          </p:cNvSpPr>
          <p:nvPr>
            <p:ph type="title"/>
          </p:nvPr>
        </p:nvSpPr>
        <p:spPr>
          <a:xfrm>
            <a:off x="417563" y="306133"/>
            <a:ext cx="8308873" cy="1325563"/>
          </a:xfrm>
        </p:spPr>
        <p:txBody>
          <a:bodyPr/>
          <a:lstStyle/>
          <a:p>
            <a:r>
              <a:rPr lang="en-US" altLang="en-US" dirty="0">
                <a:solidFill>
                  <a:srgbClr val="FF0000"/>
                </a:solidFill>
              </a:rPr>
              <a:t>Using the </a:t>
            </a:r>
            <a:r>
              <a:rPr lang="en-US" altLang="en-US" dirty="0" err="1">
                <a:solidFill>
                  <a:srgbClr val="FF0000"/>
                </a:solidFill>
              </a:rPr>
              <a:t>java.rmi.Remote</a:t>
            </a:r>
            <a:r>
              <a:rPr lang="en-US" altLang="en-US" dirty="0">
                <a:solidFill>
                  <a:srgbClr val="FF0000"/>
                </a:solidFill>
              </a:rPr>
              <a:t> interface</a:t>
            </a:r>
          </a:p>
        </p:txBody>
      </p:sp>
      <p:sp>
        <p:nvSpPr>
          <p:cNvPr id="27650" name="Rectangle 3">
            <a:extLst>
              <a:ext uri="{FF2B5EF4-FFF2-40B4-BE49-F238E27FC236}">
                <a16:creationId xmlns:a16="http://schemas.microsoft.com/office/drawing/2014/main" id="{046C7EBD-A6DB-4399-8DAE-31926CC674A3}"/>
              </a:ext>
            </a:extLst>
          </p:cNvPr>
          <p:cNvSpPr>
            <a:spLocks noGrp="1" noChangeArrowheads="1"/>
          </p:cNvSpPr>
          <p:nvPr>
            <p:ph idx="1"/>
          </p:nvPr>
        </p:nvSpPr>
        <p:spPr>
          <a:xfrm>
            <a:off x="720211" y="1894450"/>
            <a:ext cx="7703575" cy="4351338"/>
          </a:xfrm>
        </p:spPr>
        <p:txBody>
          <a:bodyPr/>
          <a:lstStyle/>
          <a:p>
            <a:r>
              <a:rPr lang="en-US" altLang="en-US" dirty="0"/>
              <a:t>The exact steps needed to do this are:</a:t>
            </a:r>
          </a:p>
          <a:p>
            <a:pPr marL="990600" lvl="1" indent="-533400" eaLnBrk="1" hangingPunct="1">
              <a:lnSpc>
                <a:spcPct val="90000"/>
              </a:lnSpc>
              <a:buFont typeface="Wingdings" panose="05000000000000000000" pitchFamily="2" charset="2"/>
              <a:buAutoNum type="arabicPeriod"/>
            </a:pPr>
            <a:r>
              <a:rPr lang="en-US" altLang="en-US" dirty="0"/>
              <a:t>Declare an interface that extends </a:t>
            </a:r>
            <a:r>
              <a:rPr lang="en-US" altLang="en-US" dirty="0" err="1"/>
              <a:t>java.rmi.Remote</a:t>
            </a:r>
            <a:endParaRPr lang="en-US" altLang="en-US" dirty="0"/>
          </a:p>
          <a:p>
            <a:pPr marL="990600" lvl="1" indent="-533400" eaLnBrk="1" hangingPunct="1">
              <a:lnSpc>
                <a:spcPct val="90000"/>
              </a:lnSpc>
              <a:buFont typeface="Wingdings" panose="05000000000000000000" pitchFamily="2" charset="2"/>
              <a:buAutoNum type="arabicPeriod"/>
            </a:pPr>
            <a:r>
              <a:rPr lang="en-US" altLang="en-US" dirty="0"/>
              <a:t>Declare methods that need to be accessed remotely</a:t>
            </a:r>
          </a:p>
          <a:p>
            <a:pPr lvl="2"/>
            <a:r>
              <a:rPr lang="en-US" altLang="en-US" dirty="0"/>
              <a:t>All Remote methods must throw </a:t>
            </a:r>
            <a:r>
              <a:rPr lang="en-US" altLang="en-US" dirty="0" err="1"/>
              <a:t>java.rmi.RemoteException</a:t>
            </a:r>
            <a:endParaRPr lang="en-US" altLang="en-US" dirty="0"/>
          </a:p>
          <a:p>
            <a:pPr marL="990600" lvl="1" indent="-533400" eaLnBrk="1" hangingPunct="1">
              <a:lnSpc>
                <a:spcPct val="90000"/>
              </a:lnSpc>
              <a:buFont typeface="Wingdings" panose="05000000000000000000" pitchFamily="2" charset="2"/>
              <a:buAutoNum type="arabicPeriod"/>
            </a:pPr>
            <a:r>
              <a:rPr lang="en-US" altLang="en-US" dirty="0"/>
              <a:t>Define a class that implements this interface.</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a:extLst>
              <a:ext uri="{FF2B5EF4-FFF2-40B4-BE49-F238E27FC236}">
                <a16:creationId xmlns:a16="http://schemas.microsoft.com/office/drawing/2014/main" id="{BB9DECF9-77D7-4CEE-AF1F-96B707B3B51B}"/>
              </a:ext>
            </a:extLst>
          </p:cNvPr>
          <p:cNvSpPr>
            <a:spLocks noGrp="1" noChangeArrowheads="1"/>
          </p:cNvSpPr>
          <p:nvPr>
            <p:ph type="title"/>
          </p:nvPr>
        </p:nvSpPr>
        <p:spPr/>
        <p:txBody>
          <a:bodyPr/>
          <a:lstStyle/>
          <a:p>
            <a:pPr eaLnBrk="1" hangingPunct="1"/>
            <a:r>
              <a:rPr lang="en-US" altLang="en-US" dirty="0">
                <a:solidFill>
                  <a:srgbClr val="FF0000"/>
                </a:solidFill>
              </a:rPr>
              <a:t>1. Extend RMI</a:t>
            </a:r>
          </a:p>
        </p:txBody>
      </p:sp>
      <p:sp>
        <p:nvSpPr>
          <p:cNvPr id="28674" name="Rectangle 3">
            <a:extLst>
              <a:ext uri="{FF2B5EF4-FFF2-40B4-BE49-F238E27FC236}">
                <a16:creationId xmlns:a16="http://schemas.microsoft.com/office/drawing/2014/main" id="{FA3A51BE-33AA-47BE-96AB-9AF607C29A2B}"/>
              </a:ext>
            </a:extLst>
          </p:cNvPr>
          <p:cNvSpPr>
            <a:spLocks noGrp="1" noChangeArrowheads="1"/>
          </p:cNvSpPr>
          <p:nvPr>
            <p:ph idx="1"/>
          </p:nvPr>
        </p:nvSpPr>
        <p:spPr>
          <a:xfrm>
            <a:off x="457200" y="2057400"/>
            <a:ext cx="8229600" cy="3886200"/>
          </a:xfrm>
        </p:spPr>
        <p:txBody>
          <a:bodyPr/>
          <a:lstStyle/>
          <a:p>
            <a:pPr eaLnBrk="1" hangingPunct="1"/>
            <a:r>
              <a:rPr lang="en-US" altLang="en-US"/>
              <a:t>Declare an interface that extends java.rmi.Remote:</a:t>
            </a:r>
            <a:br>
              <a:rPr lang="en-US" altLang="en-US"/>
            </a:br>
            <a:endParaRPr lang="en-US" altLang="en-US"/>
          </a:p>
          <a:p>
            <a:pPr eaLnBrk="1" hangingPunct="1">
              <a:buFont typeface="Wingdings" panose="05000000000000000000" pitchFamily="2" charset="2"/>
              <a:buNone/>
            </a:pPr>
            <a:r>
              <a:rPr lang="en-US" altLang="en-US">
                <a:latin typeface="Courier New" panose="02070309020205020404" pitchFamily="49" charset="0"/>
              </a:rPr>
              <a:t>public interface MyInterface extends java.rmi.Remote</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a:extLst>
              <a:ext uri="{FF2B5EF4-FFF2-40B4-BE49-F238E27FC236}">
                <a16:creationId xmlns:a16="http://schemas.microsoft.com/office/drawing/2014/main" id="{DE35D5E1-A15F-4F29-A079-3407FBAB81FC}"/>
              </a:ext>
            </a:extLst>
          </p:cNvPr>
          <p:cNvSpPr>
            <a:spLocks noGrp="1" noChangeArrowheads="1"/>
          </p:cNvSpPr>
          <p:nvPr>
            <p:ph type="title"/>
          </p:nvPr>
        </p:nvSpPr>
        <p:spPr/>
        <p:txBody>
          <a:bodyPr/>
          <a:lstStyle/>
          <a:p>
            <a:pPr eaLnBrk="1" hangingPunct="1"/>
            <a:r>
              <a:rPr lang="en-US" altLang="en-US" sz="4000" dirty="0">
                <a:solidFill>
                  <a:srgbClr val="FF0000"/>
                </a:solidFill>
              </a:rPr>
              <a:t>2.  Declare methods that need to be accessed remotely</a:t>
            </a:r>
          </a:p>
        </p:txBody>
      </p:sp>
      <p:sp>
        <p:nvSpPr>
          <p:cNvPr id="29698" name="Rectangle 3">
            <a:extLst>
              <a:ext uri="{FF2B5EF4-FFF2-40B4-BE49-F238E27FC236}">
                <a16:creationId xmlns:a16="http://schemas.microsoft.com/office/drawing/2014/main" id="{1BFC1FB2-B960-4015-B2E0-8A3859E4D699}"/>
              </a:ext>
            </a:extLst>
          </p:cNvPr>
          <p:cNvSpPr>
            <a:spLocks noGrp="1" noChangeArrowheads="1"/>
          </p:cNvSpPr>
          <p:nvPr>
            <p:ph idx="1"/>
          </p:nvPr>
        </p:nvSpPr>
        <p:spPr/>
        <p:txBody>
          <a:bodyPr/>
          <a:lstStyle/>
          <a:p>
            <a:pPr eaLnBrk="1" hangingPunct="1">
              <a:lnSpc>
                <a:spcPct val="80000"/>
              </a:lnSpc>
            </a:pPr>
            <a:r>
              <a:rPr lang="en-US" altLang="en-US" sz="2800"/>
              <a:t>public interface:</a:t>
            </a:r>
          </a:p>
          <a:p>
            <a:pPr eaLnBrk="1" hangingPunct="1">
              <a:lnSpc>
                <a:spcPct val="80000"/>
              </a:lnSpc>
              <a:buFont typeface="Wingdings" panose="05000000000000000000" pitchFamily="2" charset="2"/>
              <a:buNone/>
            </a:pPr>
            <a:endParaRPr lang="en-US" altLang="en-US" sz="2800">
              <a:latin typeface="Courier New" panose="02070309020205020404" pitchFamily="49" charset="0"/>
            </a:endParaRPr>
          </a:p>
          <a:p>
            <a:pPr eaLnBrk="1" hangingPunct="1">
              <a:lnSpc>
                <a:spcPct val="80000"/>
              </a:lnSpc>
              <a:buFont typeface="Wingdings" panose="05000000000000000000" pitchFamily="2" charset="2"/>
              <a:buNone/>
            </a:pPr>
            <a:r>
              <a:rPr lang="en-US" altLang="en-US" sz="2800">
                <a:latin typeface="Courier New" panose="02070309020205020404" pitchFamily="49" charset="0"/>
              </a:rPr>
              <a:t> MyInterface extends java.rmi.Remote</a:t>
            </a:r>
          </a:p>
          <a:p>
            <a:pPr eaLnBrk="1" hangingPunct="1">
              <a:lnSpc>
                <a:spcPct val="80000"/>
              </a:lnSpc>
              <a:buFont typeface="Wingdings" panose="05000000000000000000" pitchFamily="2" charset="2"/>
              <a:buNone/>
            </a:pPr>
            <a:r>
              <a:rPr lang="en-US" altLang="en-US" sz="2800">
                <a:latin typeface="Courier New" panose="02070309020205020404" pitchFamily="49" charset="0"/>
              </a:rPr>
              <a:t>{</a:t>
            </a:r>
          </a:p>
          <a:p>
            <a:pPr eaLnBrk="1" hangingPunct="1">
              <a:lnSpc>
                <a:spcPct val="80000"/>
              </a:lnSpc>
              <a:buFont typeface="Wingdings" panose="05000000000000000000" pitchFamily="2" charset="2"/>
              <a:buNone/>
            </a:pPr>
            <a:r>
              <a:rPr lang="en-US" altLang="en-US" sz="2800">
                <a:latin typeface="Courier New" panose="02070309020205020404" pitchFamily="49" charset="0"/>
              </a:rPr>
              <a:t>	//Declare all methods here</a:t>
            </a:r>
          </a:p>
          <a:p>
            <a:pPr eaLnBrk="1" hangingPunct="1">
              <a:lnSpc>
                <a:spcPct val="80000"/>
              </a:lnSpc>
              <a:buFont typeface="Wingdings" panose="05000000000000000000" pitchFamily="2" charset="2"/>
              <a:buNone/>
            </a:pPr>
            <a:r>
              <a:rPr lang="en-US" altLang="en-US" sz="2800">
                <a:latin typeface="Courier New" panose="02070309020205020404" pitchFamily="49" charset="0"/>
              </a:rPr>
              <a:t>	public String getMessage()throws 	java.rmi.RemoteException;</a:t>
            </a:r>
          </a:p>
          <a:p>
            <a:pPr eaLnBrk="1" hangingPunct="1">
              <a:lnSpc>
                <a:spcPct val="80000"/>
              </a:lnSpc>
              <a:buFont typeface="Wingdings" panose="05000000000000000000" pitchFamily="2" charset="2"/>
              <a:buNone/>
            </a:pPr>
            <a:r>
              <a:rPr lang="en-US" altLang="en-US" sz="2800">
                <a:latin typeface="Courier New" panose="02070309020205020404" pitchFamily="49" charset="0"/>
              </a:rPr>
              <a:t>	//More methods</a:t>
            </a:r>
          </a:p>
          <a:p>
            <a:pPr eaLnBrk="1" hangingPunct="1">
              <a:lnSpc>
                <a:spcPct val="80000"/>
              </a:lnSpc>
              <a:buFont typeface="Wingdings" panose="05000000000000000000" pitchFamily="2" charset="2"/>
              <a:buNone/>
            </a:pPr>
            <a:r>
              <a:rPr lang="en-US" altLang="en-US" sz="2800">
                <a:latin typeface="Courier New" panose="02070309020205020404" pitchFamily="49" charset="0"/>
              </a:rPr>
              <a:t>}</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2">
            <a:extLst>
              <a:ext uri="{FF2B5EF4-FFF2-40B4-BE49-F238E27FC236}">
                <a16:creationId xmlns:a16="http://schemas.microsoft.com/office/drawing/2014/main" id="{AD381398-A041-4CFE-B4D7-F0DC42FA6243}"/>
              </a:ext>
            </a:extLst>
          </p:cNvPr>
          <p:cNvSpPr>
            <a:spLocks noGrp="1" noChangeArrowheads="1"/>
          </p:cNvSpPr>
          <p:nvPr>
            <p:ph type="title"/>
          </p:nvPr>
        </p:nvSpPr>
        <p:spPr/>
        <p:txBody>
          <a:bodyPr/>
          <a:lstStyle/>
          <a:p>
            <a:pPr eaLnBrk="1" hangingPunct="1"/>
            <a:r>
              <a:rPr lang="en-US" altLang="en-US" sz="4000" dirty="0">
                <a:solidFill>
                  <a:srgbClr val="FF0000"/>
                </a:solidFill>
              </a:rPr>
              <a:t>3.   Define a class that implements this interface</a:t>
            </a:r>
          </a:p>
        </p:txBody>
      </p:sp>
      <p:sp>
        <p:nvSpPr>
          <p:cNvPr id="31746" name="Rectangle 3">
            <a:extLst>
              <a:ext uri="{FF2B5EF4-FFF2-40B4-BE49-F238E27FC236}">
                <a16:creationId xmlns:a16="http://schemas.microsoft.com/office/drawing/2014/main" id="{EA28DD82-FB9E-4483-8CE1-9F8B42D19429}"/>
              </a:ext>
            </a:extLst>
          </p:cNvPr>
          <p:cNvSpPr>
            <a:spLocks noGrp="1" noChangeArrowheads="1"/>
          </p:cNvSpPr>
          <p:nvPr>
            <p:ph idx="1"/>
          </p:nvPr>
        </p:nvSpPr>
        <p:spPr>
          <a:xfrm>
            <a:off x="628649" y="1825625"/>
            <a:ext cx="8095803" cy="4351338"/>
          </a:xfrm>
        </p:spPr>
        <p:txBody>
          <a:bodyPr/>
          <a:lstStyle/>
          <a:p>
            <a:pPr eaLnBrk="1" hangingPunct="1">
              <a:lnSpc>
                <a:spcPct val="80000"/>
              </a:lnSpc>
              <a:buFont typeface="Wingdings" panose="05000000000000000000" pitchFamily="2" charset="2"/>
              <a:buNone/>
            </a:pPr>
            <a:r>
              <a:rPr lang="en-US" altLang="en-US" sz="2000" dirty="0">
                <a:latin typeface="Courier New" panose="02070309020205020404" pitchFamily="49" charset="0"/>
              </a:rPr>
              <a:t>public class </a:t>
            </a:r>
            <a:r>
              <a:rPr lang="en-US" altLang="en-US" sz="2000" dirty="0" err="1">
                <a:latin typeface="Courier New" panose="02070309020205020404" pitchFamily="49" charset="0"/>
              </a:rPr>
              <a:t>MyClass</a:t>
            </a:r>
            <a:r>
              <a:rPr lang="en-US" altLang="en-US" sz="2000" dirty="0">
                <a:latin typeface="Courier New" panose="02070309020205020404" pitchFamily="49" charset="0"/>
              </a:rPr>
              <a:t> implements </a:t>
            </a:r>
            <a:r>
              <a:rPr lang="en-US" altLang="en-US" sz="2000" dirty="0" err="1">
                <a:latin typeface="Courier New" panose="02070309020205020404" pitchFamily="49" charset="0"/>
              </a:rPr>
              <a:t>MyInterface</a:t>
            </a:r>
            <a:endParaRPr lang="en-US" altLang="en-US" sz="2000" dirty="0">
              <a:latin typeface="Courier New" panose="02070309020205020404" pitchFamily="49" charset="0"/>
            </a:endParaRPr>
          </a:p>
          <a:p>
            <a:pPr eaLnBrk="1" hangingPunct="1">
              <a:lnSpc>
                <a:spcPct val="80000"/>
              </a:lnSpc>
              <a:buFont typeface="Wingdings" panose="05000000000000000000" pitchFamily="2" charset="2"/>
              <a:buNone/>
            </a:pPr>
            <a:r>
              <a:rPr lang="en-US" altLang="en-US" sz="2000" dirty="0">
                <a:latin typeface="Courier New" panose="02070309020205020404" pitchFamily="49" charset="0"/>
              </a:rPr>
              <a:t>{</a:t>
            </a:r>
          </a:p>
          <a:p>
            <a:pPr eaLnBrk="1" hangingPunct="1">
              <a:lnSpc>
                <a:spcPct val="80000"/>
              </a:lnSpc>
              <a:buFont typeface="Wingdings" panose="05000000000000000000" pitchFamily="2" charset="2"/>
              <a:buNone/>
            </a:pPr>
            <a:r>
              <a:rPr lang="en-US" altLang="en-US" sz="2000" dirty="0">
                <a:latin typeface="Courier New" panose="02070309020205020404" pitchFamily="49" charset="0"/>
              </a:rPr>
              <a:t>  	//Variable definitions/Declarations</a:t>
            </a:r>
          </a:p>
          <a:p>
            <a:pPr eaLnBrk="1" hangingPunct="1">
              <a:lnSpc>
                <a:spcPct val="80000"/>
              </a:lnSpc>
              <a:buFont typeface="Wingdings" panose="05000000000000000000" pitchFamily="2" charset="2"/>
              <a:buNone/>
            </a:pPr>
            <a:r>
              <a:rPr lang="en-US" altLang="en-US" sz="2000" dirty="0">
                <a:latin typeface="Courier New" panose="02070309020205020404" pitchFamily="49" charset="0"/>
              </a:rPr>
              <a:t> 		//Constructors</a:t>
            </a:r>
          </a:p>
          <a:p>
            <a:pPr eaLnBrk="1" hangingPunct="1">
              <a:lnSpc>
                <a:spcPct val="80000"/>
              </a:lnSpc>
              <a:buFont typeface="Wingdings" panose="05000000000000000000" pitchFamily="2" charset="2"/>
              <a:buNone/>
            </a:pPr>
            <a:r>
              <a:rPr lang="en-US" altLang="en-US" sz="2000" dirty="0">
                <a:latin typeface="Courier New" panose="02070309020205020404" pitchFamily="49" charset="0"/>
              </a:rPr>
              <a:t> 		//Other methods</a:t>
            </a:r>
          </a:p>
          <a:p>
            <a:pPr eaLnBrk="1" hangingPunct="1">
              <a:lnSpc>
                <a:spcPct val="80000"/>
              </a:lnSpc>
              <a:buFont typeface="Wingdings" panose="05000000000000000000" pitchFamily="2" charset="2"/>
              <a:buNone/>
            </a:pPr>
            <a:r>
              <a:rPr lang="en-US" altLang="en-US" sz="2000" dirty="0">
                <a:latin typeface="Courier New" panose="02070309020205020404" pitchFamily="49" charset="0"/>
              </a:rPr>
              <a:t>   public String </a:t>
            </a:r>
            <a:r>
              <a:rPr lang="en-US" altLang="en-US" sz="2000" dirty="0" err="1">
                <a:latin typeface="Courier New" panose="02070309020205020404" pitchFamily="49" charset="0"/>
              </a:rPr>
              <a:t>getMessage</a:t>
            </a:r>
            <a:r>
              <a:rPr lang="en-US" altLang="en-US" sz="2000" dirty="0">
                <a:latin typeface="Courier New" panose="02070309020205020404" pitchFamily="49" charset="0"/>
              </a:rPr>
              <a:t>()throws </a:t>
            </a:r>
            <a:r>
              <a:rPr lang="en-US" altLang="en-US" sz="2000" dirty="0" err="1">
                <a:latin typeface="Courier New" panose="02070309020205020404" pitchFamily="49" charset="0"/>
              </a:rPr>
              <a:t>RemoteException</a:t>
            </a:r>
            <a:endParaRPr lang="en-US" altLang="en-US" sz="2000" dirty="0">
              <a:latin typeface="Courier New" panose="02070309020205020404" pitchFamily="49" charset="0"/>
            </a:endParaRPr>
          </a:p>
          <a:p>
            <a:pPr eaLnBrk="1" hangingPunct="1">
              <a:lnSpc>
                <a:spcPct val="80000"/>
              </a:lnSpc>
              <a:buFont typeface="Wingdings" panose="05000000000000000000" pitchFamily="2" charset="2"/>
              <a:buNone/>
            </a:pPr>
            <a:r>
              <a:rPr lang="en-US" altLang="en-US" sz="2000" dirty="0">
                <a:latin typeface="Courier New" panose="02070309020205020404" pitchFamily="49" charset="0"/>
              </a:rPr>
              <a:t>   {</a:t>
            </a:r>
          </a:p>
          <a:p>
            <a:pPr eaLnBrk="1" hangingPunct="1">
              <a:lnSpc>
                <a:spcPct val="80000"/>
              </a:lnSpc>
              <a:buFont typeface="Wingdings" panose="05000000000000000000" pitchFamily="2" charset="2"/>
              <a:buNone/>
            </a:pPr>
            <a:r>
              <a:rPr lang="en-US" altLang="en-US" sz="2000" dirty="0">
                <a:latin typeface="Courier New" panose="02070309020205020404" pitchFamily="49" charset="0"/>
              </a:rPr>
              <a:t>  	return new String(</a:t>
            </a:r>
            <a:r>
              <a:rPr lang="ja-JP" altLang="en-US" sz="2000" dirty="0">
                <a:latin typeface="Courier New" panose="02070309020205020404" pitchFamily="49" charset="0"/>
              </a:rPr>
              <a:t>“</a:t>
            </a:r>
            <a:r>
              <a:rPr lang="en-US" altLang="ja-JP" sz="2000" dirty="0">
                <a:latin typeface="Courier New" panose="02070309020205020404" pitchFamily="49" charset="0"/>
              </a:rPr>
              <a:t>Hello there!</a:t>
            </a:r>
            <a:r>
              <a:rPr lang="ja-JP" altLang="en-US" sz="2000" dirty="0">
                <a:latin typeface="Courier New" panose="02070309020205020404" pitchFamily="49" charset="0"/>
              </a:rPr>
              <a:t>”</a:t>
            </a:r>
            <a:r>
              <a:rPr lang="en-US" altLang="ja-JP" sz="2000" dirty="0">
                <a:latin typeface="Courier New" panose="02070309020205020404" pitchFamily="49" charset="0"/>
              </a:rPr>
              <a:t>);</a:t>
            </a:r>
          </a:p>
          <a:p>
            <a:pPr eaLnBrk="1" hangingPunct="1">
              <a:lnSpc>
                <a:spcPct val="80000"/>
              </a:lnSpc>
              <a:buFont typeface="Wingdings" panose="05000000000000000000" pitchFamily="2" charset="2"/>
              <a:buNone/>
            </a:pPr>
            <a:r>
              <a:rPr lang="en-US" altLang="en-US" sz="2000" dirty="0">
                <a:latin typeface="Courier New" panose="02070309020205020404" pitchFamily="49" charset="0"/>
              </a:rPr>
              <a:t>   }</a:t>
            </a:r>
          </a:p>
          <a:p>
            <a:pPr eaLnBrk="1" hangingPunct="1">
              <a:lnSpc>
                <a:spcPct val="80000"/>
              </a:lnSpc>
              <a:buFont typeface="Wingdings" panose="05000000000000000000" pitchFamily="2" charset="2"/>
              <a:buNone/>
            </a:pPr>
            <a:r>
              <a:rPr lang="en-US" altLang="en-US" sz="2000" dirty="0">
                <a:latin typeface="Courier New" panose="02070309020205020404" pitchFamily="49" charset="0"/>
              </a:rPr>
              <a:t>}</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DD379C-A64B-4BAC-B0EF-3B6063186E6B}"/>
              </a:ext>
            </a:extLst>
          </p:cNvPr>
          <p:cNvSpPr>
            <a:spLocks noGrp="1"/>
          </p:cNvSpPr>
          <p:nvPr>
            <p:ph type="title"/>
          </p:nvPr>
        </p:nvSpPr>
        <p:spPr>
          <a:xfrm>
            <a:off x="628650" y="260855"/>
            <a:ext cx="7886700" cy="613820"/>
          </a:xfrm>
        </p:spPr>
        <p:txBody>
          <a:bodyPr>
            <a:normAutofit fontScale="90000"/>
          </a:bodyPr>
          <a:lstStyle/>
          <a:p>
            <a:r>
              <a:rPr lang="en-US" dirty="0">
                <a:solidFill>
                  <a:srgbClr val="FF0000"/>
                </a:solidFill>
              </a:rPr>
              <a:t>Registry</a:t>
            </a:r>
          </a:p>
        </p:txBody>
      </p:sp>
      <p:sp>
        <p:nvSpPr>
          <p:cNvPr id="3" name="Content Placeholder 2">
            <a:extLst>
              <a:ext uri="{FF2B5EF4-FFF2-40B4-BE49-F238E27FC236}">
                <a16:creationId xmlns:a16="http://schemas.microsoft.com/office/drawing/2014/main" id="{8F7562C1-3C66-4BFF-A684-AA940F78DADE}"/>
              </a:ext>
            </a:extLst>
          </p:cNvPr>
          <p:cNvSpPr>
            <a:spLocks noGrp="1"/>
          </p:cNvSpPr>
          <p:nvPr>
            <p:ph idx="1"/>
          </p:nvPr>
        </p:nvSpPr>
        <p:spPr>
          <a:xfrm>
            <a:off x="628650" y="1280159"/>
            <a:ext cx="7886700" cy="5122714"/>
          </a:xfrm>
        </p:spPr>
        <p:txBody>
          <a:bodyPr>
            <a:normAutofit fontScale="92500" lnSpcReduction="10000"/>
          </a:bodyPr>
          <a:lstStyle/>
          <a:p>
            <a:r>
              <a:rPr lang="en-US" altLang="en-US" dirty="0">
                <a:latin typeface="Arial" panose="020B0604020202020204" pitchFamily="34" charset="0"/>
              </a:rPr>
              <a:t>Now objects of this class, when passed as arguments in a remote method invocation, are passed by reference and not by value. But How does a client find this object residing on some machine on the network? </a:t>
            </a:r>
          </a:p>
          <a:p>
            <a:r>
              <a:rPr lang="en-US" altLang="en-US" dirty="0">
                <a:latin typeface="Arial" panose="020B0604020202020204" pitchFamily="34" charset="0"/>
              </a:rPr>
              <a:t>An analogy of a library bookshelf will help.</a:t>
            </a:r>
          </a:p>
          <a:p>
            <a:pPr lvl="1"/>
            <a:r>
              <a:rPr lang="en-US" altLang="en-US" dirty="0">
                <a:latin typeface="Arial" panose="020B0604020202020204" pitchFamily="34" charset="0"/>
              </a:rPr>
              <a:t>In a library, books are arranged on shelves according to certain rules, and guidelines to locate books are provided to users. A user aware of these guidelines can locate a book quite easily.</a:t>
            </a:r>
          </a:p>
          <a:p>
            <a:r>
              <a:rPr lang="en-US" altLang="en-US" dirty="0">
                <a:latin typeface="Arial" panose="020B0604020202020204" pitchFamily="34" charset="0"/>
              </a:rPr>
              <a:t>In our discussion, the objects that we create of classes that implement Remote are like books. We need to put them in a place where a user can access them. This place is the RMI registry. </a:t>
            </a:r>
          </a:p>
          <a:p>
            <a:endParaRPr lang="en-US" dirty="0"/>
          </a:p>
        </p:txBody>
      </p:sp>
    </p:spTree>
    <p:extLst>
      <p:ext uri="{BB962C8B-B14F-4D97-AF65-F5344CB8AC3E}">
        <p14:creationId xmlns:p14="http://schemas.microsoft.com/office/powerpoint/2010/main" val="90709515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69E068-F0D6-47BC-A000-5E2F7065C83E}"/>
              </a:ext>
            </a:extLst>
          </p:cNvPr>
          <p:cNvSpPr>
            <a:spLocks noGrp="1"/>
          </p:cNvSpPr>
          <p:nvPr>
            <p:ph type="title"/>
          </p:nvPr>
        </p:nvSpPr>
        <p:spPr/>
        <p:txBody>
          <a:bodyPr/>
          <a:lstStyle/>
          <a:p>
            <a:r>
              <a:rPr lang="en-US" dirty="0">
                <a:solidFill>
                  <a:srgbClr val="FF0000"/>
                </a:solidFill>
              </a:rPr>
              <a:t>Bind</a:t>
            </a:r>
          </a:p>
        </p:txBody>
      </p:sp>
      <p:sp>
        <p:nvSpPr>
          <p:cNvPr id="3" name="Content Placeholder 2">
            <a:extLst>
              <a:ext uri="{FF2B5EF4-FFF2-40B4-BE49-F238E27FC236}">
                <a16:creationId xmlns:a16="http://schemas.microsoft.com/office/drawing/2014/main" id="{F2F74B6B-3259-40A9-8F6F-FDD6DD708613}"/>
              </a:ext>
            </a:extLst>
          </p:cNvPr>
          <p:cNvSpPr>
            <a:spLocks noGrp="1"/>
          </p:cNvSpPr>
          <p:nvPr>
            <p:ph idx="1"/>
          </p:nvPr>
        </p:nvSpPr>
        <p:spPr/>
        <p:txBody>
          <a:bodyPr>
            <a:normAutofit fontScale="77500" lnSpcReduction="20000"/>
          </a:bodyPr>
          <a:lstStyle/>
          <a:p>
            <a:r>
              <a:rPr lang="en-US" altLang="en-US" dirty="0">
                <a:latin typeface="Arial" panose="020B0604020202020204" pitchFamily="34" charset="0"/>
              </a:rPr>
              <a:t>We name each of the objects we create and put the objects in the RMI registry. This process is called binding. Once an object is bound to this registry, a client can query this registry (known as looking up) for an object using the name of the object. </a:t>
            </a:r>
          </a:p>
          <a:p>
            <a:r>
              <a:rPr lang="en-US" altLang="en-US" dirty="0">
                <a:latin typeface="Arial" panose="020B0604020202020204" pitchFamily="34" charset="0"/>
              </a:rPr>
              <a:t>The RMI registry is actually a naming service, in the sense that it locates objects bound to it and returns a reference to that object to any client that queries it. Having obtained the remote reference, the client can invoke methods on the remote object. </a:t>
            </a:r>
          </a:p>
          <a:p>
            <a:r>
              <a:rPr lang="en-US" altLang="en-US" dirty="0">
                <a:latin typeface="Arial" panose="020B0604020202020204" pitchFamily="34" charset="0"/>
              </a:rPr>
              <a:t>Since the client always looks up the RMI registry for remote objects, it does not matter where the actual object is actually executing. This mechanism provides the location transparency that we talked about earlier. While looking up the client uses a simple URL formatted string to look up the object.</a:t>
            </a:r>
          </a:p>
          <a:p>
            <a:endParaRPr lang="en-US" dirty="0"/>
          </a:p>
        </p:txBody>
      </p:sp>
    </p:spTree>
    <p:extLst>
      <p:ext uri="{BB962C8B-B14F-4D97-AF65-F5344CB8AC3E}">
        <p14:creationId xmlns:p14="http://schemas.microsoft.com/office/powerpoint/2010/main" val="387675386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38A17AED-4B86-4293-BFC0-CD03B52CE6A4}"/>
              </a:ext>
            </a:extLst>
          </p:cNvPr>
          <p:cNvSpPr>
            <a:spLocks noGrp="1" noChangeArrowheads="1"/>
          </p:cNvSpPr>
          <p:nvPr>
            <p:ph type="title"/>
          </p:nvPr>
        </p:nvSpPr>
        <p:spPr>
          <a:xfrm>
            <a:off x="685800" y="457200"/>
            <a:ext cx="7772400" cy="533400"/>
          </a:xfrm>
        </p:spPr>
        <p:txBody>
          <a:bodyPr>
            <a:normAutofit fontScale="90000"/>
          </a:bodyPr>
          <a:lstStyle/>
          <a:p>
            <a:r>
              <a:rPr lang="en-US" altLang="en-US" dirty="0">
                <a:solidFill>
                  <a:srgbClr val="FF0000"/>
                </a:solidFill>
              </a:rPr>
              <a:t>Comparison</a:t>
            </a:r>
          </a:p>
        </p:txBody>
      </p:sp>
      <p:sp>
        <p:nvSpPr>
          <p:cNvPr id="8195" name="Rectangle 3">
            <a:extLst>
              <a:ext uri="{FF2B5EF4-FFF2-40B4-BE49-F238E27FC236}">
                <a16:creationId xmlns:a16="http://schemas.microsoft.com/office/drawing/2014/main" id="{F19DDFD9-9B24-4F04-8B2E-2B5B72C89FB2}"/>
              </a:ext>
            </a:extLst>
          </p:cNvPr>
          <p:cNvSpPr>
            <a:spLocks noGrp="1" noChangeArrowheads="1"/>
          </p:cNvSpPr>
          <p:nvPr>
            <p:ph type="body" sz="half" idx="1"/>
          </p:nvPr>
        </p:nvSpPr>
        <p:spPr>
          <a:xfrm>
            <a:off x="609600" y="2398364"/>
            <a:ext cx="3810000" cy="2204634"/>
          </a:xfrm>
        </p:spPr>
        <p:txBody>
          <a:bodyPr/>
          <a:lstStyle/>
          <a:p>
            <a:r>
              <a:rPr lang="en-US" altLang="en-US" sz="2400" dirty="0"/>
              <a:t>Object Request Broker</a:t>
            </a:r>
          </a:p>
          <a:p>
            <a:r>
              <a:rPr lang="en-US" altLang="en-US" sz="2400" dirty="0"/>
              <a:t>Multi-language support (platform independence)</a:t>
            </a:r>
          </a:p>
          <a:p>
            <a:r>
              <a:rPr lang="en-US" altLang="en-US" sz="2400" dirty="0"/>
              <a:t>Interface Definition language</a:t>
            </a:r>
          </a:p>
        </p:txBody>
      </p:sp>
      <p:sp>
        <p:nvSpPr>
          <p:cNvPr id="8196" name="Rectangle 4">
            <a:extLst>
              <a:ext uri="{FF2B5EF4-FFF2-40B4-BE49-F238E27FC236}">
                <a16:creationId xmlns:a16="http://schemas.microsoft.com/office/drawing/2014/main" id="{0451955C-7C66-4960-94CE-0863E4C323AA}"/>
              </a:ext>
            </a:extLst>
          </p:cNvPr>
          <p:cNvSpPr>
            <a:spLocks noGrp="1" noChangeArrowheads="1"/>
          </p:cNvSpPr>
          <p:nvPr>
            <p:ph type="body" sz="half" idx="2"/>
          </p:nvPr>
        </p:nvSpPr>
        <p:spPr>
          <a:xfrm>
            <a:off x="4610100" y="2382865"/>
            <a:ext cx="4191000" cy="2017363"/>
          </a:xfrm>
        </p:spPr>
        <p:txBody>
          <a:bodyPr/>
          <a:lstStyle/>
          <a:p>
            <a:r>
              <a:rPr lang="en-US" altLang="en-US" sz="2400" dirty="0"/>
              <a:t>Java only </a:t>
            </a:r>
          </a:p>
          <a:p>
            <a:r>
              <a:rPr lang="en-US" altLang="en-US" sz="2400" dirty="0"/>
              <a:t>Lightweight method call semantics</a:t>
            </a:r>
          </a:p>
          <a:p>
            <a:r>
              <a:rPr lang="en-US" altLang="en-US" sz="2400" dirty="0"/>
              <a:t>Java Implementations</a:t>
            </a:r>
          </a:p>
        </p:txBody>
      </p:sp>
      <p:sp>
        <p:nvSpPr>
          <p:cNvPr id="8197" name="Text Box 5">
            <a:extLst>
              <a:ext uri="{FF2B5EF4-FFF2-40B4-BE49-F238E27FC236}">
                <a16:creationId xmlns:a16="http://schemas.microsoft.com/office/drawing/2014/main" id="{BA6AC733-5894-4621-B2C1-81F2B75ABB4A}"/>
              </a:ext>
            </a:extLst>
          </p:cNvPr>
          <p:cNvSpPr txBox="1">
            <a:spLocks noChangeArrowheads="1"/>
          </p:cNvSpPr>
          <p:nvPr/>
        </p:nvSpPr>
        <p:spPr bwMode="auto">
          <a:xfrm>
            <a:off x="785246" y="5826096"/>
            <a:ext cx="7335864" cy="36933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en-US" dirty="0"/>
              <a:t>Both try to preserve object semantics. Interface/Implementation separation</a:t>
            </a:r>
            <a:endParaRPr lang="en-GB" altLang="en-US" dirty="0"/>
          </a:p>
        </p:txBody>
      </p:sp>
      <p:sp>
        <p:nvSpPr>
          <p:cNvPr id="8198" name="Text Box 6">
            <a:extLst>
              <a:ext uri="{FF2B5EF4-FFF2-40B4-BE49-F238E27FC236}">
                <a16:creationId xmlns:a16="http://schemas.microsoft.com/office/drawing/2014/main" id="{1D616AE0-3086-4815-9BEC-2ACDFD54AA9B}"/>
              </a:ext>
            </a:extLst>
          </p:cNvPr>
          <p:cNvSpPr txBox="1">
            <a:spLocks noChangeArrowheads="1"/>
          </p:cNvSpPr>
          <p:nvPr/>
        </p:nvSpPr>
        <p:spPr bwMode="auto">
          <a:xfrm>
            <a:off x="685799" y="1343509"/>
            <a:ext cx="182492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en-US" sz="3600" b="1" dirty="0"/>
              <a:t>CORBA</a:t>
            </a:r>
            <a:endParaRPr lang="en-GB" altLang="en-US" sz="3600" b="1" dirty="0"/>
          </a:p>
        </p:txBody>
      </p:sp>
      <p:sp>
        <p:nvSpPr>
          <p:cNvPr id="8199" name="Text Box 7">
            <a:extLst>
              <a:ext uri="{FF2B5EF4-FFF2-40B4-BE49-F238E27FC236}">
                <a16:creationId xmlns:a16="http://schemas.microsoft.com/office/drawing/2014/main" id="{6E99C53C-0B2D-404E-9877-6838A53331ED}"/>
              </a:ext>
            </a:extLst>
          </p:cNvPr>
          <p:cNvSpPr txBox="1">
            <a:spLocks noChangeArrowheads="1"/>
          </p:cNvSpPr>
          <p:nvPr/>
        </p:nvSpPr>
        <p:spPr bwMode="auto">
          <a:xfrm>
            <a:off x="4756687" y="1344801"/>
            <a:ext cx="2124559"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en-US" sz="3600" b="1"/>
              <a:t>Java RMI</a:t>
            </a:r>
            <a:endParaRPr lang="en-GB" altLang="en-US" sz="3600" b="1"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976</TotalTime>
  <Words>3761</Words>
  <Application>Microsoft Office PowerPoint</Application>
  <PresentationFormat>On-screen Show (4:3)</PresentationFormat>
  <Paragraphs>419</Paragraphs>
  <Slides>43</Slides>
  <Notes>15</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43</vt:i4>
      </vt:variant>
    </vt:vector>
  </HeadingPairs>
  <TitlesOfParts>
    <vt:vector size="54" baseType="lpstr">
      <vt:lpstr>Arial</vt:lpstr>
      <vt:lpstr>Calibri</vt:lpstr>
      <vt:lpstr>Calibri Light</vt:lpstr>
      <vt:lpstr>Courier New</vt:lpstr>
      <vt:lpstr>Marlett</vt:lpstr>
      <vt:lpstr>Symbol</vt:lpstr>
      <vt:lpstr>Times</vt:lpstr>
      <vt:lpstr>Times New Roman</vt:lpstr>
      <vt:lpstr>Wingdings</vt:lpstr>
      <vt:lpstr>Wingdings 2</vt:lpstr>
      <vt:lpstr>Office Theme</vt:lpstr>
      <vt:lpstr>Object-Oriented Middleware</vt:lpstr>
      <vt:lpstr>“naïve” RPC vs. OO middleware</vt:lpstr>
      <vt:lpstr>Object-Oriented Middleware</vt:lpstr>
      <vt:lpstr>Objects</vt:lpstr>
      <vt:lpstr>Local Objects</vt:lpstr>
      <vt:lpstr>Remote Objects</vt:lpstr>
      <vt:lpstr>A Remote Object and Its Remote Interface</vt:lpstr>
      <vt:lpstr>Distributed Objects</vt:lpstr>
      <vt:lpstr>Object-Oriented Middleware (OOM)</vt:lpstr>
      <vt:lpstr>Distributed object management</vt:lpstr>
      <vt:lpstr>Before and after</vt:lpstr>
      <vt:lpstr>Distributed Objects</vt:lpstr>
      <vt:lpstr>Object-Oriented Middleware</vt:lpstr>
      <vt:lpstr>ORB Architecture</vt:lpstr>
      <vt:lpstr>Developing with Object-Oriented Middleware</vt:lpstr>
      <vt:lpstr>Implementation of Client Objects</vt:lpstr>
      <vt:lpstr>Implementation of Server Objects</vt:lpstr>
      <vt:lpstr>Server Registration</vt:lpstr>
      <vt:lpstr>PowerPoint Presentation</vt:lpstr>
      <vt:lpstr>Why CORBA?</vt:lpstr>
      <vt:lpstr>CORBA</vt:lpstr>
      <vt:lpstr>CORBA architecture</vt:lpstr>
      <vt:lpstr>CORBA Objects</vt:lpstr>
      <vt:lpstr>CORBA is a Middleware Standard</vt:lpstr>
      <vt:lpstr>How Does CORBA Work?</vt:lpstr>
      <vt:lpstr>CORBA – How it works</vt:lpstr>
      <vt:lpstr>PowerPoint Presentation</vt:lpstr>
      <vt:lpstr>What is Remote Method Invocation?</vt:lpstr>
      <vt:lpstr>Why RMI?</vt:lpstr>
      <vt:lpstr>Why RMI?</vt:lpstr>
      <vt:lpstr>Why RMI?</vt:lpstr>
      <vt:lpstr>Why RMI?</vt:lpstr>
      <vt:lpstr>Why RMI?</vt:lpstr>
      <vt:lpstr>Stubs &amp; Skeletons</vt:lpstr>
      <vt:lpstr>Stubs &amp; Skeletons</vt:lpstr>
      <vt:lpstr>The java.rmi.Remote interface</vt:lpstr>
      <vt:lpstr>Using the java.rmi.Remote interface</vt:lpstr>
      <vt:lpstr>1. Extend RMI</vt:lpstr>
      <vt:lpstr>2.  Declare methods that need to be accessed remotely</vt:lpstr>
      <vt:lpstr>3.   Define a class that implements this interface</vt:lpstr>
      <vt:lpstr>Registry</vt:lpstr>
      <vt:lpstr>Bind</vt:lpstr>
      <vt:lpstr>Comparison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Xiang Cao</dc:creator>
  <cp:lastModifiedBy>Xiang Cao</cp:lastModifiedBy>
  <cp:revision>123</cp:revision>
  <dcterms:created xsi:type="dcterms:W3CDTF">2019-02-06T04:04:14Z</dcterms:created>
  <dcterms:modified xsi:type="dcterms:W3CDTF">2025-09-21T03:35:25Z</dcterms:modified>
</cp:coreProperties>
</file>